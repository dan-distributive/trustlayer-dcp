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84221e8-70db-8728-774b-ff17fd1bd1f1}">
          <p14:sldIdLst>
            <p14:sldId id="256"/>
            <p14:sldId id="257"/>
            <p14:sldId id="258"/>
          </p14:sldIdLst>
        </p14:section>
        <p14:section name="The detector" id="{a8ad4365-3af0-64f1-3495-d89dcef2f1c9}">
          <p14:sldIdLst>
            <p14:sldId id="259"/>
            <p14:sldId id="260"/>
          </p14:sldIdLst>
        </p14:section>
        <p14:section name="What we built" id="{d9d1fcac-751c-ce2b-2953-71562446afa3}">
          <p14:sldIdLst>
            <p14:sldId id="261"/>
            <p14:sldId id="262"/>
            <p14:sldId id="263"/>
            <p14:sldId id="264"/>
            <p14:sldId id="265"/>
          </p14:sldIdLst>
        </p14:section>
        <p14:section name="What it found" id="{77e59158-91ea-375e-591c-28b1e70a96c8}">
          <p14:sldIdLst>
            <p14:sldId id="266"/>
            <p14:sldId id="267"/>
          </p14:sldIdLst>
        </p14:section>
        <p14:section name="Next" id="{4de71c12-52e4-0f84-b47c-cec0aaeef05f}">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E2E"/>
                </a:solidFill>
                <a:latin typeface="+mn-lt"/>
              </a:defRPr>
            </a:pPr>
            <a:r>
              <a:rPr sz="1400" b="0" i="0" u="none" strike="noStrike">
                <a:solidFill>
                  <a:srgbClr val="2E2E2E"/>
                </a:solidFill>
                <a:latin typeface="+mn-lt"/>
              </a:rPr>
              <a:t>Average margin, 4 genuine and 4 synthetic clips (DCP run)</a:t>
            </a:r>
          </a:p>
        </c:rich>
      </c:tx>
      <c:layout/>
      <c:overlay val="0"/>
    </c:title>
    <c:autoTitleDeleted val="0"/>
    <c:plotArea>
      <c:layout/>
      <c:lineChart>
        <c:varyColors val="0"/>
        <c:ser>
          <c:idx val="0"/>
          <c:order val="0"/>
          <c:tx>
            <c:strRef>
              <c:f>Sheet1!$B$1</c:f>
              <c:strCache>
                <c:ptCount val="1"/>
                <c:pt idx="0">
                  <c:v>genuine clips</c:v>
                </c:pt>
              </c:strCache>
            </c:strRef>
          </c:tx>
          <c:spPr>
            <a:solidFill>
              <a:srgbClr val="4F5D6B"/>
            </a:solidFill>
            <a:ln w="38100" cap="flat">
              <a:solidFill>
                <a:srgbClr val="4F5D6B"/>
              </a:solidFill>
              <a:prstDash val="solid"/>
              <a:round/>
            </a:ln>
            <a:effectLst/>
          </c:spPr>
          <c:invertIfNegative val="0"/>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c:symbol val="circle"/>
            <c:size val="9"/>
            <c:spPr>
              <a:solidFill>
                <a:srgbClr val="4F5D6B"/>
              </a:solidFill>
              <a:ln w="9525" cap="flat">
                <a:solidFill>
                  <a:srgbClr val="4F5D6B"/>
                </a:solidFill>
                <a:prstDash val="solid"/>
                <a:round/>
              </a:ln>
              <a:effectLst/>
            </c:spPr>
          </c:marker>
          <c:cat>
            <c:multiLvlStrRef>
              <c:f>Sheet1!$A$2:$A$5</c:f>
              <c:multiLvlStrCache>
                <c:ptCount val="4"/>
                <c:lvl>
                  <c:pt idx="0">
                    <c:v>clean</c:v>
                  </c:pt>
                  <c:pt idx="1">
                    <c:v>20 dB</c:v>
                  </c:pt>
                  <c:pt idx="2">
                    <c:v>10 dB</c:v>
                  </c:pt>
                  <c:pt idx="3">
                    <c:v>0 dB</c:v>
                  </c:pt>
                </c:lvl>
              </c:multiLvlStrCache>
            </c:multiLvlStrRef>
          </c:cat>
          <c:val>
            <c:numRef>
              <c:f>Sheet1!$B$2:$B$5</c:f>
              <c:numCache>
                <c:formatCode>General</c:formatCode>
                <c:ptCount val="4"/>
                <c:pt idx="0">
                  <c:v>7.48</c:v>
                </c:pt>
                <c:pt idx="1">
                  <c:v>6.32</c:v>
                </c:pt>
                <c:pt idx="2">
                  <c:v>0.58</c:v>
                </c:pt>
                <c:pt idx="3">
                  <c:v>-4.22</c:v>
                </c:pt>
              </c:numCache>
            </c:numRef>
          </c:val>
          <c:smooth val="0"/>
        </c:ser>
        <c:ser>
          <c:idx val="1"/>
          <c:order val="1"/>
          <c:tx>
            <c:strRef>
              <c:f>Sheet1!$C$1</c:f>
              <c:strCache>
                <c:ptCount val="1"/>
                <c:pt idx="0">
                  <c:v>synthetic clips</c:v>
                </c:pt>
              </c:strCache>
            </c:strRef>
          </c:tx>
          <c:spPr>
            <a:solidFill>
              <a:srgbClr val="A4493D"/>
            </a:solidFill>
            <a:ln w="38100" cap="flat">
              <a:solidFill>
                <a:srgbClr val="A4493D"/>
              </a:solidFill>
              <a:prstDash val="solid"/>
              <a:round/>
            </a:ln>
            <a:effectLst/>
          </c:spPr>
          <c:invertIfNegative val="0"/>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c:symbol val="circle"/>
            <c:size val="9"/>
            <c:spPr>
              <a:solidFill>
                <a:srgbClr val="A4493D"/>
              </a:solidFill>
              <a:ln w="9525" cap="flat">
                <a:solidFill>
                  <a:srgbClr val="A4493D"/>
                </a:solidFill>
                <a:prstDash val="solid"/>
                <a:round/>
              </a:ln>
              <a:effectLst/>
            </c:spPr>
          </c:marker>
          <c:cat>
            <c:multiLvlStrRef>
              <c:f>Sheet1!$A$2:$A$5</c:f>
              <c:multiLvlStrCache>
                <c:ptCount val="4"/>
                <c:lvl>
                  <c:pt idx="0">
                    <c:v>clean</c:v>
                  </c:pt>
                  <c:pt idx="1">
                    <c:v>20 dB</c:v>
                  </c:pt>
                  <c:pt idx="2">
                    <c:v>10 dB</c:v>
                  </c:pt>
                  <c:pt idx="3">
                    <c:v>0 dB</c:v>
                  </c:pt>
                </c:lvl>
              </c:multiLvlStrCache>
            </c:multiLvlStrRef>
          </c:cat>
          <c:val>
            <c:numRef>
              <c:f>Sheet1!$C$2:$C$5</c:f>
              <c:numCache>
                <c:formatCode>General</c:formatCode>
                <c:ptCount val="4"/>
                <c:pt idx="0">
                  <c:v>-5.83</c:v>
                </c:pt>
                <c:pt idx="1">
                  <c:v>-4.88</c:v>
                </c:pt>
                <c:pt idx="2">
                  <c:v>-3.56</c:v>
                </c:pt>
                <c:pt idx="3">
                  <c:v>-5.14</c:v>
                </c:pt>
              </c:numCache>
            </c:numRef>
          </c:val>
          <c:smooth val="0"/>
        </c:ser>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4CC"/>
              </a:solidFill>
              <a:prstDash val="solid"/>
              <a:round/>
            </a:ln>
          </c:spPr>
        </c:majorGridlines>
        <c:title>
          <c:tx>
            <c:rich>
              <a:bodyPr/>
              <a:lstStyle/>
              <a:p>
                <a:pPr>
                  <a:defRPr b="0" i="0" u="none" strike="noStrike">
                    <a:solidFill>
                      <a:srgbClr val="6E6E6E"/>
                    </a:solidFill>
                    <a:latin typeface="+mn-lt"/>
                  </a:defRPr>
                </a:pPr>
                <a:r>
                  <a:rPr b="0" i="0" u="none" strike="noStrike">
                    <a:solidFill>
                      <a:srgbClr val="6E6E6E"/>
                    </a:solidFill>
                    <a:latin typeface="+mn-lt"/>
                  </a:rPr>
                  <a:t>margin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E6E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E2E"/>
                </a:solidFill>
                <a:latin typeface="+mn-lt"/>
              </a:defRPr>
            </a:pPr>
            <a:r>
              <a:rPr sz="1400" b="0" i="0" u="none" strike="noStrike">
                <a:solidFill>
                  <a:srgbClr val="2E2E2E"/>
                </a:solidFill>
                <a:latin typeface="+mn-lt"/>
              </a:rPr>
              <a:t>Correct verdicts by noise level (DCP run)</a:t>
            </a:r>
          </a:p>
        </c:rich>
      </c:tx>
      <c:layout/>
      <c:overlay val="0"/>
    </c:title>
    <c:autoTitleDeleted val="0"/>
    <c:plotArea>
      <c:layout/>
      <c:barChart>
        <c:barDir val="col"/>
        <c:grouping val="clustered"/>
        <c:varyColors val="0"/>
        <c:ser>
          <c:idx val="0"/>
          <c:order val="0"/>
          <c:tx>
            <c:strRef>
              <c:f>Sheet1!$B$1</c:f>
              <c:strCache>
                <c:ptCount val="1"/>
                <c:pt idx="0">
                  <c:v>genuine kept genuine (of 4)</c:v>
                </c:pt>
              </c:strCache>
            </c:strRef>
          </c:tx>
          <c:spPr>
            <a:solidFill>
              <a:srgbClr val="4F5D6B"/>
            </a:solidFill>
            <a:effectLst/>
          </c:spPr>
          <c:invertIfNegative val="0"/>
          <c:dLbls>
            <c:numFmt formatCode="#,##0" sourceLinked="0"/>
            <c:txPr>
              <a:bodyPr/>
              <a:lstStyle/>
              <a:p>
                <a:pPr>
                  <a:defRPr b="0" i="0" strike="noStrike" sz="1100" u="none">
                    <a:solidFill>
                      <a:srgbClr val="2E2E2E"/>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0 dB</c:v>
                  </c:pt>
                </c:lvl>
              </c:multiLvlStrCache>
            </c:multiLvlStrRef>
          </c:cat>
          <c:val>
            <c:numRef>
              <c:f>Sheet1!$B$2:$B$5</c:f>
              <c:numCache>
                <c:formatCode>General</c:formatCode>
                <c:ptCount val="4"/>
                <c:pt idx="0">
                  <c:v>4</c:v>
                </c:pt>
                <c:pt idx="1">
                  <c:v>4</c:v>
                </c:pt>
                <c:pt idx="2">
                  <c:v>3</c:v>
                </c:pt>
                <c:pt idx="3">
                  <c:v>0</c:v>
                </c:pt>
              </c:numCache>
            </c:numRef>
          </c:val>
        </c:ser>
        <c:ser>
          <c:idx val="1"/>
          <c:order val="1"/>
          <c:tx>
            <c:strRef>
              <c:f>Sheet1!$C$1</c:f>
              <c:strCache>
                <c:ptCount val="1"/>
                <c:pt idx="0">
                  <c:v>synthetic caught (of 4)</c:v>
                </c:pt>
              </c:strCache>
            </c:strRef>
          </c:tx>
          <c:spPr>
            <a:solidFill>
              <a:srgbClr val="A4493D"/>
            </a:solidFill>
            <a:effectLst/>
          </c:spPr>
          <c:invertIfNegative val="0"/>
          <c:dLbls>
            <c:numFmt formatCode="#,##0" sourceLinked="0"/>
            <c:txPr>
              <a:bodyPr/>
              <a:lstStyle/>
              <a:p>
                <a:pPr>
                  <a:defRPr b="0" i="0" strike="noStrike" sz="1100" u="none">
                    <a:solidFill>
                      <a:srgbClr val="2E2E2E"/>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20 dB</c:v>
                  </c:pt>
                  <c:pt idx="2">
                    <c:v>10 dB</c:v>
                  </c:pt>
                  <c:pt idx="3">
                    <c:v>0 dB</c:v>
                  </c:pt>
                </c:lvl>
              </c:multiLvlStrCache>
            </c:multiLvlStrRef>
          </c:cat>
          <c:val>
            <c:numRef>
              <c:f>Sheet1!$C$2:$C$5</c:f>
              <c:numCache>
                <c:formatCode>General</c:formatCode>
                <c:ptCount val="4"/>
                <c:pt idx="0">
                  <c:v>4</c:v>
                </c:pt>
                <c:pt idx="1">
                  <c:v>4</c:v>
                </c:pt>
                <c:pt idx="2">
                  <c:v>4</c:v>
                </c:pt>
                <c:pt idx="3">
                  <c:v>4</c:v>
                </c:pt>
              </c:numCache>
            </c:numRef>
          </c:val>
        </c:ser>
        <c:dLbls>
          <c:numFmt formatCode="#,##0" sourceLinked="0"/>
          <c:txPr>
            <a:bodyPr/>
            <a:lstStyle/>
            <a:p>
              <a:pPr>
                <a:defRPr b="0" i="0" strike="noStrike" sz="1100" u="none">
                  <a:solidFill>
                    <a:srgbClr val="2E2E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D9D4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6E6E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E2E"/>
                </a:solidFill>
                <a:latin typeface="+mn-lt"/>
              </a:defRPr>
            </a:pPr>
            <a:r>
              <a:rPr sz="1400" b="0" i="0" u="none" strike="noStrike">
                <a:solidFill>
                  <a:srgbClr val="2E2E2E"/>
                </a:solidFill>
                <a:latin typeface="+mn-lt"/>
              </a:rPr>
              <a:t>Margin of each 4-second window</a:t>
            </a:r>
          </a:p>
        </c:rich>
      </c:tx>
      <c:layout/>
      <c:overlay val="0"/>
    </c:title>
    <c:autoTitleDeleted val="0"/>
    <c:plotArea>
      <c:layout/>
      <c:lineChart>
        <c:varyColors val="0"/>
        <c:ser>
          <c:idx val="0"/>
          <c:order val="0"/>
          <c:tx>
            <c:strRef>
              <c:f>Sheet1!$B$1</c:f>
              <c:strCache>
                <c:ptCount val="1"/>
                <c:pt idx="0">
                  <c:v>clean</c:v>
                </c:pt>
              </c:strCache>
            </c:strRef>
          </c:tx>
          <c:spPr>
            <a:solidFill>
              <a:srgbClr val="4F5D6B"/>
            </a:solidFill>
            <a:ln w="38100" cap="flat">
              <a:solidFill>
                <a:srgbClr val="4F5D6B"/>
              </a:solidFill>
              <a:prstDash val="solid"/>
              <a:round/>
            </a:ln>
            <a:effectLst/>
          </c:spPr>
          <c:invertIfNegative val="0"/>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c:symbol val="circle"/>
            <c:size val="7"/>
            <c:spPr>
              <a:solidFill>
                <a:srgbClr val="4F5D6B"/>
              </a:solidFill>
              <a:ln w="9525" cap="flat">
                <a:solidFill>
                  <a:srgbClr val="4F5D6B"/>
                </a:solidFill>
                <a:prstDash val="solid"/>
                <a:round/>
              </a:ln>
              <a:effectLst/>
            </c:spPr>
          </c:marker>
          <c:cat>
            <c:multiLvlStrRef>
              <c:f>Sheet1!$A$2:$A$10</c:f>
              <c:multiLvlStrCache>
                <c:ptCount val="9"/>
                <c:lvl>
                  <c:pt idx="0">
                    <c:v>0–4 s</c:v>
                  </c:pt>
                  <c:pt idx="1">
                    <c:v>1–5 s</c:v>
                  </c:pt>
                  <c:pt idx="2">
                    <c:v>2–6 s</c:v>
                  </c:pt>
                  <c:pt idx="3">
                    <c:v>3–7 s</c:v>
                  </c:pt>
                  <c:pt idx="4">
                    <c:v>4–8 s</c:v>
                  </c:pt>
                  <c:pt idx="5">
                    <c:v>5–9 s</c:v>
                  </c:pt>
                  <c:pt idx="6">
                    <c:v>6–10 s</c:v>
                  </c:pt>
                  <c:pt idx="7">
                    <c:v>7–11 s</c:v>
                  </c:pt>
                  <c:pt idx="8">
                    <c:v>8–12 s</c:v>
                  </c:pt>
                </c:lvl>
              </c:multiLvlStrCache>
            </c:multiLvlStrRef>
          </c:cat>
          <c:val>
            <c:numRef>
              <c:f>Sheet1!$B$2:$B$10</c:f>
              <c:numCache>
                <c:formatCode>General</c:formatCode>
                <c:ptCount val="9"/>
                <c:pt idx="0">
                  <c:v>7.89</c:v>
                </c:pt>
                <c:pt idx="1">
                  <c:v>6.27</c:v>
                </c:pt>
                <c:pt idx="2">
                  <c:v>1.13</c:v>
                </c:pt>
                <c:pt idx="3">
                  <c:v>1.25</c:v>
                </c:pt>
                <c:pt idx="4">
                  <c:v>5.43</c:v>
                </c:pt>
                <c:pt idx="5">
                  <c:v>6.36</c:v>
                </c:pt>
                <c:pt idx="6">
                  <c:v>6.42</c:v>
                </c:pt>
                <c:pt idx="7">
                  <c:v>5.57</c:v>
                </c:pt>
                <c:pt idx="8">
                  <c:v>7.19</c:v>
                </c:pt>
              </c:numCache>
            </c:numRef>
          </c:val>
          <c:smooth val="0"/>
        </c:ser>
        <c:ser>
          <c:idx val="1"/>
          <c:order val="1"/>
          <c:tx>
            <c:strRef>
              <c:f>Sheet1!$C$1</c:f>
              <c:strCache>
                <c:ptCount val="1"/>
                <c:pt idx="0">
                  <c:v>20 dB noise</c:v>
                </c:pt>
              </c:strCache>
            </c:strRef>
          </c:tx>
          <c:spPr>
            <a:solidFill>
              <a:srgbClr val="8C7B5E"/>
            </a:solidFill>
            <a:ln w="38100" cap="flat">
              <a:solidFill>
                <a:srgbClr val="8C7B5E"/>
              </a:solidFill>
              <a:prstDash val="solid"/>
              <a:round/>
            </a:ln>
            <a:effectLst/>
          </c:spPr>
          <c:invertIfNegative val="0"/>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c:symbol val="circle"/>
            <c:size val="7"/>
            <c:spPr>
              <a:solidFill>
                <a:srgbClr val="8C7B5E"/>
              </a:solidFill>
              <a:ln w="9525" cap="flat">
                <a:solidFill>
                  <a:srgbClr val="8C7B5E"/>
                </a:solidFill>
                <a:prstDash val="solid"/>
                <a:round/>
              </a:ln>
              <a:effectLst/>
            </c:spPr>
          </c:marker>
          <c:cat>
            <c:multiLvlStrRef>
              <c:f>Sheet1!$A$2:$A$10</c:f>
              <c:multiLvlStrCache>
                <c:ptCount val="9"/>
                <c:lvl>
                  <c:pt idx="0">
                    <c:v>0–4 s</c:v>
                  </c:pt>
                  <c:pt idx="1">
                    <c:v>1–5 s</c:v>
                  </c:pt>
                  <c:pt idx="2">
                    <c:v>2–6 s</c:v>
                  </c:pt>
                  <c:pt idx="3">
                    <c:v>3–7 s</c:v>
                  </c:pt>
                  <c:pt idx="4">
                    <c:v>4–8 s</c:v>
                  </c:pt>
                  <c:pt idx="5">
                    <c:v>5–9 s</c:v>
                  </c:pt>
                  <c:pt idx="6">
                    <c:v>6–10 s</c:v>
                  </c:pt>
                  <c:pt idx="7">
                    <c:v>7–11 s</c:v>
                  </c:pt>
                  <c:pt idx="8">
                    <c:v>8–12 s</c:v>
                  </c:pt>
                </c:lvl>
              </c:multiLvlStrCache>
            </c:multiLvlStrRef>
          </c:cat>
          <c:val>
            <c:numRef>
              <c:f>Sheet1!$C$2:$C$10</c:f>
              <c:numCache>
                <c:formatCode>General</c:formatCode>
                <c:ptCount val="9"/>
                <c:pt idx="0">
                  <c:v>7.1</c:v>
                </c:pt>
                <c:pt idx="1">
                  <c:v>4.78</c:v>
                </c:pt>
                <c:pt idx="2">
                  <c:v>0.67</c:v>
                </c:pt>
                <c:pt idx="3">
                  <c:v>1.72</c:v>
                </c:pt>
                <c:pt idx="4">
                  <c:v>4.56</c:v>
                </c:pt>
                <c:pt idx="5">
                  <c:v>5.39</c:v>
                </c:pt>
                <c:pt idx="6">
                  <c:v>5.55</c:v>
                </c:pt>
                <c:pt idx="7">
                  <c:v>5.03</c:v>
                </c:pt>
                <c:pt idx="8">
                  <c:v>5.86</c:v>
                </c:pt>
              </c:numCache>
            </c:numRef>
          </c:val>
          <c:smooth val="0"/>
        </c:ser>
        <c:dLbls>
          <c:numFmt formatCode="#,##0" sourceLinked="0"/>
          <c:txPr>
            <a:bodyPr/>
            <a:lstStyle/>
            <a:p>
              <a:pPr>
                <a:defRPr b="0" i="0" strike="noStrike" sz="1100" u="none">
                  <a:solidFill>
                    <a:srgbClr val="2E2E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2"/>
        <c:crosses val="autoZero"/>
        <c:auto val="1"/>
        <c:lblAlgn val="ctr"/>
        <c:noMultiLvlLbl val="1"/>
      </c:catAx>
      <c:valAx>
        <c:axId val="2094734552"/>
        <c:scaling>
          <c:orientation val="minMax"/>
          <c:max val="10"/>
          <c:min val="-2"/>
        </c:scaling>
        <c:delete val="0"/>
        <c:axPos val="l"/>
        <c:majorGridlines>
          <c:spPr>
            <a:ln w="6350" cap="flat">
              <a:solidFill>
                <a:srgbClr val="D9D4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6E6E6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short recordings. One is a person reading a sentence. The other is a machine that learned to sound like that person. By ear, most of us cannot reliably tell them apart. This project takes a detector that can, a small neural network built by NAVER and tested by a student team at QMIND Camp, and turns it into a job that runs anywhere on the DCP network: in a browser tab, on a laptop, on a server. Every step, from opening the audio file to the final verdict, runs on the workers.
[Visual: white marble. Two waveforms drawn as vertical bars fade in under the title: the genuine one in slate on the left, the synthetic one in brick on the right. For the video, play each clip as its waveform lights up from left to right, then hold both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cloning has become easy. In 2023, Microsoft's VALL-E research model imitated a new speaker from a three-second sample. Detection research has a long track record of its own: the ASVspoof challenge started in 2015 and has run roughly every two years since. But detection is also a compute problem. The detector in this project makes one decision per four seconds of audio. A one-hour recording is about nine hundred decisions, and a benchmark with tens of thousands of clips, tested under several noise conditions, is millions. Every one of those is independent, which is exactly the kind of work DCP spreads across many machines.
[Visual: three numbers drop in on the left: 3 seconds, 2015, 4.04 s. On the right, icons appear beside the bullets: a phone, a newspaper, a stack of audio files, and a fan of arrows splitting one job across many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first. The detector is AASIST, published by Jee-weon Jung and colleagues at NAVER Clova in 2022, released with pretrained weights under the MIT licence. The project around it is TrustLayer, built at QMIND Camp by Reyan, Jinpeng, Kyle, Daniel, Shreya and Abdullah, with advice from Shaina Raza. They wrapped the model, measured how background noise changes its answers, and built a screen to compare clips. The training and test data come from the ASVspoof 2019 challenge. Our part is the last column: getting all of this to run on DCP, from the raw audio file to the verdict, and a web page anyone can use to launch it.
[Visual: four stone cards appear left to right. The first shows a small graph-network icon, the second the camp team's names, the third a waveform with a "2019" tag, the fourth the DCP logo. The fourth card's heading is in slate to mark it as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AASIST listens to exactly four point oh four seconds of audio at a time. A bank of seventy fixed band-pass filters splits the sound into frequency bands, a stack of six convolution blocks turns that into a compact picture, and then the clever part: two small graphs, one whose nodes are frequency bands and one whose nodes are moments in time, are joined by graph attention so the model can relate "this band" to "that moment". Out come two scores. We report the margin, genuine minus synthetic: above zero means genuine. The whole model is about three hundred thousand weights, one point three megabytes, which matters later because it is small enough to send with every job. Its main limit is its training data: it learned from 2019 systems.
[Visual: the six boxes build left to right with arrows; a short waveform slides into the first box, turns into seventy coloured stripes in the second, a small grid in the third, two node-and-edge graphs in the fourth that knit together in the fifth, and two bars in the last, one taller than the other. Then the margin formula types itself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 team asked a practical question: what happens to the detector when the recording is noisy, as real phone calls and street recordings are. They took eight clips, added white noise at three levels, and watched the margin. Our DCP run reproduces their picture. Genuine speech starts far above zero and slides down as the noise grows; at zero decibels, noise as loud as the voice, every genuine clip is called synthetic. Synthetic clips stay synthetic throughout. So the failure is one-sided: noise produces false alarms, not missed fakes. That is a useful thing to know before trusting a verdict on a noisy call.
[Visual: the chart draws itself from left to right. The slate genuine line falls steeply toward zero and below; the brick synthetic line stays low. A soft hiss sound effect rises as the line moves right. Then the four bullets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was to turn the PyTorch model into ONNX, a portable model format that ONNX Runtime can execute in a browser through WebAssembly. The file is one point six megabytes. We checked it against the original on thirty-two inputs, the eight clips under four noise levels: the largest difference in any score was three millionths, and not one verdict changed. It converted on the first try, because the model's front end is a fixed filter bank and its graph sizes are fixed by the input length. Every operation it uses is supported by the WebAssembly runtime, which means any DCP worker, browser or native, can run it.
[Visual: a PyTorch logo morphs into an ONNX file icon; the three numbers count up. Below, the three reasons appear one by one with small icons: a filter shape, a fixed-size grid, and a checklist with 34 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the computer that launches the job does almost nothing. It reads each audio file exactly as it is on disk, turns it into text so it can travel inside the job, and groups a few files into each slice. Everything else happens on the workers. Each worker decodes the file, with WAV and FLAC decoders written in plain JavaScript; mixes it to mono and resamples it to sixteen kilohertz with the same filter scipy uses; cuts it into four-second windows, sliding a second at a time across long recordings; adds the requested noise, seeded so the answer doesn't depend on which worker ran it; runs the model on batches of windows; and reports a margin for every window and a verdict for every file. If the launching machine did the decoding, it would become the bottleneck for a big corpus. This way the work grows with the number of workers.
[Visual: on the left, a laptop packs audio files into envelopes. The envelopes travel along the arrow into the large right-hand panel, where each numbered step lights up in turn: a file opens, two channels merge into one, a ruler slices the waveform into overlapping windows, static sprinkles over one copy, the windows pass through a small network, and a row of scores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DCP jobs have three parts, and the rule for splitting this one is simple. What changes from slice to slice goes in the input set: a handful of raw audio files, with names and labels. What every slice shares goes in the static arguments, which a worker fetches once: the model file itself, the plan of noise levels and seeds, and a few options. Putting the model there means a stronger checkpoint can be dropped in without touching any code. And the work function holds the pipeline. It is a single self-contained function on purpose: a web page cannot bundle local code modules the way Node can, so the only thing it pulls in is DCP's published ONNX Runtime package. The worker keeps the model loaded between slices, so the startup cost is paid once.
[Visual: three cards rise in turn. On the first, small file icons stack into a slice; on the second, a model icon, a dial for noise and a seed icon sit side by side with a "fetched once" stamp; on the third, a single function block with one cable plugging into an "ONNX Runtime"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our own audio decoders and resampler, so we had to prove they agree with the original. Rather than test each piece separately, we ran twenty-three test files, covering both formats, several bit depths, stereo, and two other sample rates, through the whole work function and through the camp team's Python loader, and compared the model's scores window by window. The largest difference was three millionths. Any mistake in decoding or resampling would have shown up right there. The same function gives the same numbers in Node, in a Chrome tab, and on a real DCP worker. Speed is about half a second to one second per four-second window on a single CPU thread.
[Visual: the table fills row by row, each row getting a green tick as it appears. On the right, small format badges (WAV, FLAC, 24-bit, stereo, 44.1k, 22k) drop into a funnel that leads to a single "matches" 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usable without a terminal, we built a web page in the same style as our 3KIDNAS galaxy-fitting page. You paste your DCP API key, choose which compute groups may run the job, drop in your audio files and pick the noise conditions. Deploy sends the job; slices come back one by one with a live log. The results show how many genuine clips stayed genuine and how many fakes were caught under each condition, a verdict per file, and a small timeline per file showing the score of every window. There is also a button that runs the very same work function inside your own browser tab, which is how we test the page without spending credits.
[Visual: screen recording of the page. Files are dragged onto the drop zone, the noise checkboxes ticked, Deploy pressed; the progress bar fills as slices return and the results table populates. Zoom in on one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camp experiment, run on DCP. With clean audio and at twenty decibels, every verdict is right. At ten decibels, one genuine clip starts to be called synthetic. At zero decibels, none of the genuine clips survive, while every synthetic clip is still caught. In other words, this detector treats noise as a sign of synthesis. A caution: these are eight hand-picked showcase clips, so they show the direction of the effect, not a measured accuracy. Measuring it properly means running thousands of clips under many conditions, which is exactly what this job is built for.
[Visual: paired columns grow from left to right, one pair per noise level; the slate genuine column shrinks to nothing at 0 dB while the brick column stays full. The two big numbers on the right count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one test the camp project didn't have: a real recording with a synthetic sentence spliced into the middle. Sliding the detector across it one second at a time, the score drops for the windows that straddle the point where real speech turns into the fake, then recovers. The window that is mostly synthetic still scores well above zero. Nothing drops below zero, so the file as a whole is called genuine. That is not a bug in the pipeline; it is what this model was trained for. It learned from clips that were entirely real or entirely fake, and never saw one hidden inside the other. Finding edits like this needs a different kind of model, trained on partly faked audio, that scores every twenty milliseconds and marks where the edits are.
[Visual: the waveform at the top plays left to right; the middle section is brick-coloured, the synthetic part. A four-second window frame slides along it, and as it moves, the matching point is added to the chart below. The line sags as the window frame crosses the left edge of the brick section and comes back up while the frame is still mostly over it, staying above the zero gridline. A red marker shows how far it would need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AASIST is a good starting point because it is small, but it is not the strongest detector available. Most of the best recent systems put a large pretrained speech model, such as wav2vec 2.0 or XLS-R, in front of a small classifier, often AASIST itself. They do noticeably better on real-world recordings, at about a thousand times the size: around three hundred million weights, three hundred megabytes when quantised. We have already run a model of that size on DCP. The third column is the answer to the spliced clip: models trained on partly faked audio that score every twenty milliseconds and mark where the edits are. None of this changes the job: the model travels in the static arguments, and the decoding, windowing and noise stay exactly as they are.
[Visual: three cards; under each heading, a model icon scaled to its size, tiny for AASIST and large for the other two. On the third card, a waveform with two small boundary markers around an edited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numbers on scale: the standard ASVspoof 2019 evaluation set has seventy-one thousand two hundred and thirty-seven clips. Most are shorter than four seconds, so about one window each. At the speed we measured on a worker, a single clean pass is roughly 16 hours of one machine's time. Spread over a hundred workers, it's about 10 minutes, and running more noise levels or more seeds adds work but not waiting time, because each new condition is just more slices. The next steps: deploy the page publicly, run the full evaluation set with a noise sweep, add MP3 support, measure WebGPU, and bring in the stronger models.
[Visual: a tall stack of 71,237 tiny audio-file icons. A single worker icon starts working through it and a clock spins for "16 hours". Then the stack fans out across a grid of 100 worker icons and the clock snaps to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The web page, or the command-line tool, reads the audio files and packs them into slices, along with the model and the plan. It hands the job to the DCP scheduler, paid from the user's wallet. The scheduler gives slices to workers in the compute groups the user chose: browser tabs, native workers on Mac, Linux or Windows, and Docker workers. Each worker fetches ONNX Runtime from DCP's package server once, runs the work function on its slices, and sends the results back, slice by slice, to the page that launched the job. Nothing else is needed: no server of our own, no storage, no GPU.
[Visual: build the diagram in order. The page box sends a job card to the scheduler; slice cards fall to the workers panel, where browser, laptop and server icons light up; a package icon drops from the package server into each worker; then result cards fly back along the long arrow to the page, filling its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TrustLayer started as a weekend camp project with a sharp question: can this detector be trusted on noisy audio? Running it on DCP turns that question into something you can ask at any scale, with any noise, and soon with stronger models. The page is ready: serve the folder, drop in your audio, pick the conditions, and deploy.
[Visual: return to the opening marble surface and the two waveforms. Both play once; the genuine one gets a slate tick, the synthetic one a brick cross. Fade to the title. End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10908792" cy="1280160"/>
          </a:xfrm>
          <a:prstGeom prst="rect">
            <a:avLst/>
          </a:prstGeom>
          <a:noFill/>
          <a:ln/>
        </p:spPr>
        <p:txBody>
          <a:bodyPr wrap="square" rtlCol="0"/>
          <a:lstStyle>
            <a:lvl1pPr algn="ctr" indent="0" marL="0">
              <a:buNone/>
              <a:defRPr lang="en-US" sz="4400" b="1" dirty="0">
                <a:solidFill>
                  <a:schemeClr val="tx1"/>
                </a:solidFill>
              </a:defRPr>
            </a:lvl1pPr>
          </a:lstStyle>
          <a:p>
            <a:pPr algn="ctr" indent="0" marL="0">
              <a:buNone/>
            </a:pPr>
            <a:endParaRPr lang="en-US" sz="4400" dirty="0"/>
          </a:p>
        </p:txBody>
      </p:sp>
      <p:sp>
        <p:nvSpPr>
          <p:cNvPr id="3" name="Text 0"/>
          <p:cNvSpPr/>
          <p:nvPr>
            <p:ph idx="101" type="body" hasCustomPrompt="1"/>
          </p:nvPr>
        </p:nvSpPr>
        <p:spPr>
          <a:xfrm>
            <a:off x="1371600" y="3246120"/>
            <a:ext cx="9445752" cy="822960"/>
          </a:xfrm>
          <a:prstGeom prst="rect">
            <a:avLst/>
          </a:prstGeom>
          <a:noFill/>
          <a:ln/>
        </p:spPr>
        <p:txBody>
          <a:bodyPr wrap="square" rtlCol="0"/>
          <a:lstStyle>
            <a:lvl1pPr algn="ctr" indent="0" marL="0">
              <a:buNone/>
              <a:defRPr lang="en-US" sz="2000" dirty="0">
                <a:solidFill>
                  <a:schemeClr val="tx2"/>
                </a:solidFill>
              </a:defRPr>
            </a:lvl1pPr>
          </a:lstStyle>
          <a:p>
            <a:pPr algn="ct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TrustLayer on DCP</a:t>
            </a:r>
            <a:endParaRPr lang="en-US" sz="10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10908792" cy="1280160"/>
          </a:xfrm>
          <a:prstGeom prst="rect">
            <a:avLst/>
          </a:prstGeom>
          <a:noFill/>
          <a:ln/>
        </p:spPr>
        <p:txBody>
          <a:bodyPr wrap="square" lIns="0" tIns="0" rIns="0" bIns="0" rtlCol="0" anchor="ctr"/>
          <a:lstStyle/>
          <a:p>
            <a:pPr algn="ctr" indent="0" marL="0">
              <a:buNone/>
            </a:pPr>
            <a:r>
              <a:rPr lang="en-US" sz="4400" b="1" dirty="0">
                <a:solidFill>
                  <a:schemeClr val="tx1"/>
                </a:solidFill>
              </a:rPr>
              <a:t>TrustLayer on DCP</a:t>
            </a:r>
            <a:endParaRPr lang="en-US" sz="4400" dirty="0"/>
          </a:p>
        </p:txBody>
      </p:sp>
      <p:sp>
        <p:nvSpPr>
          <p:cNvPr id="3" name="Text 0"/>
          <p:cNvSpPr/>
          <p:nvPr>
            <p:ph idx="101" type="body" hasCustomPrompt="1"/>
          </p:nvPr>
        </p:nvSpPr>
        <p:spPr>
          <a:xfrm>
            <a:off x="1371600" y="3246120"/>
            <a:ext cx="9445752" cy="822960"/>
          </a:xfrm>
          <a:prstGeom prst="rect">
            <a:avLst/>
          </a:prstGeom>
          <a:noFill/>
          <a:ln/>
        </p:spPr>
        <p:txBody>
          <a:bodyPr wrap="square" lIns="0" tIns="0" rIns="0" bIns="0" rtlCol="0" anchor="t"/>
          <a:lstStyle/>
          <a:p>
            <a:pPr algn="ctr" indent="0" marL="0">
              <a:buNone/>
            </a:pPr>
            <a:r>
              <a:rPr lang="en-US" sz="2000" dirty="0">
                <a:solidFill>
                  <a:schemeClr val="tx2"/>
                </a:solidFill>
              </a:rPr>
              <a:t>Scoring speech deepfakes across a network of browsers and machines</a:t>
            </a:r>
            <a:endParaRPr lang="en-US" sz="2000" dirty="0"/>
          </a:p>
        </p:txBody>
      </p:sp>
      <p:sp>
        <p:nvSpPr>
          <p:cNvPr id="4" name="Shape 2"/>
          <p:cNvSpPr/>
          <p:nvPr/>
        </p:nvSpPr>
        <p:spPr>
          <a:xfrm>
            <a:off x="1097280" y="5060838"/>
            <a:ext cx="33386" cy="28164"/>
          </a:xfrm>
          <a:prstGeom prst="rect">
            <a:avLst/>
          </a:prstGeom>
          <a:solidFill>
            <a:srgbClr val="4F5D6B"/>
          </a:solidFill>
          <a:ln w="12700">
            <a:solidFill>
              <a:srgbClr val="4F5D6B"/>
            </a:solidFill>
            <a:prstDash val="solid"/>
          </a:ln>
        </p:spPr>
      </p:sp>
      <p:sp>
        <p:nvSpPr>
          <p:cNvPr id="5" name="Shape 3"/>
          <p:cNvSpPr/>
          <p:nvPr/>
        </p:nvSpPr>
        <p:spPr>
          <a:xfrm>
            <a:off x="1151128" y="5061844"/>
            <a:ext cx="33386" cy="26152"/>
          </a:xfrm>
          <a:prstGeom prst="rect">
            <a:avLst/>
          </a:prstGeom>
          <a:solidFill>
            <a:srgbClr val="4F5D6B"/>
          </a:solidFill>
          <a:ln w="12700">
            <a:solidFill>
              <a:srgbClr val="4F5D6B"/>
            </a:solidFill>
            <a:prstDash val="solid"/>
          </a:ln>
        </p:spPr>
      </p:sp>
      <p:sp>
        <p:nvSpPr>
          <p:cNvPr id="6" name="Shape 4"/>
          <p:cNvSpPr/>
          <p:nvPr/>
        </p:nvSpPr>
        <p:spPr>
          <a:xfrm>
            <a:off x="1204976" y="5063856"/>
            <a:ext cx="33386" cy="22128"/>
          </a:xfrm>
          <a:prstGeom prst="rect">
            <a:avLst/>
          </a:prstGeom>
          <a:solidFill>
            <a:srgbClr val="4F5D6B"/>
          </a:solidFill>
          <a:ln w="12700">
            <a:solidFill>
              <a:srgbClr val="4F5D6B"/>
            </a:solidFill>
            <a:prstDash val="solid"/>
          </a:ln>
        </p:spPr>
      </p:sp>
      <p:sp>
        <p:nvSpPr>
          <p:cNvPr id="7" name="Shape 5"/>
          <p:cNvSpPr/>
          <p:nvPr/>
        </p:nvSpPr>
        <p:spPr>
          <a:xfrm>
            <a:off x="1258824" y="5065776"/>
            <a:ext cx="33386" cy="18288"/>
          </a:xfrm>
          <a:prstGeom prst="rect">
            <a:avLst/>
          </a:prstGeom>
          <a:solidFill>
            <a:srgbClr val="4F5D6B"/>
          </a:solidFill>
          <a:ln w="12700">
            <a:solidFill>
              <a:srgbClr val="4F5D6B"/>
            </a:solidFill>
            <a:prstDash val="solid"/>
          </a:ln>
        </p:spPr>
      </p:sp>
      <p:sp>
        <p:nvSpPr>
          <p:cNvPr id="8" name="Shape 6"/>
          <p:cNvSpPr/>
          <p:nvPr/>
        </p:nvSpPr>
        <p:spPr>
          <a:xfrm>
            <a:off x="1312672" y="5065365"/>
            <a:ext cx="33386" cy="19111"/>
          </a:xfrm>
          <a:prstGeom prst="rect">
            <a:avLst/>
          </a:prstGeom>
          <a:solidFill>
            <a:srgbClr val="4F5D6B"/>
          </a:solidFill>
          <a:ln w="12700">
            <a:solidFill>
              <a:srgbClr val="4F5D6B"/>
            </a:solidFill>
            <a:prstDash val="solid"/>
          </a:ln>
        </p:spPr>
      </p:sp>
      <p:sp>
        <p:nvSpPr>
          <p:cNvPr id="9" name="Shape 7"/>
          <p:cNvSpPr/>
          <p:nvPr/>
        </p:nvSpPr>
        <p:spPr>
          <a:xfrm>
            <a:off x="1366520" y="5063353"/>
            <a:ext cx="33386" cy="23134"/>
          </a:xfrm>
          <a:prstGeom prst="rect">
            <a:avLst/>
          </a:prstGeom>
          <a:solidFill>
            <a:srgbClr val="4F5D6B"/>
          </a:solidFill>
          <a:ln w="12700">
            <a:solidFill>
              <a:srgbClr val="4F5D6B"/>
            </a:solidFill>
            <a:prstDash val="solid"/>
          </a:ln>
        </p:spPr>
      </p:sp>
      <p:sp>
        <p:nvSpPr>
          <p:cNvPr id="10" name="Shape 8"/>
          <p:cNvSpPr/>
          <p:nvPr/>
        </p:nvSpPr>
        <p:spPr>
          <a:xfrm>
            <a:off x="1420368" y="5064359"/>
            <a:ext cx="33386" cy="21123"/>
          </a:xfrm>
          <a:prstGeom prst="rect">
            <a:avLst/>
          </a:prstGeom>
          <a:solidFill>
            <a:srgbClr val="4F5D6B"/>
          </a:solidFill>
          <a:ln w="12700">
            <a:solidFill>
              <a:srgbClr val="4F5D6B"/>
            </a:solidFill>
            <a:prstDash val="solid"/>
          </a:ln>
        </p:spPr>
      </p:sp>
      <p:sp>
        <p:nvSpPr>
          <p:cNvPr id="11" name="Shape 9"/>
          <p:cNvSpPr/>
          <p:nvPr/>
        </p:nvSpPr>
        <p:spPr>
          <a:xfrm>
            <a:off x="1474216" y="5064359"/>
            <a:ext cx="33386" cy="21123"/>
          </a:xfrm>
          <a:prstGeom prst="rect">
            <a:avLst/>
          </a:prstGeom>
          <a:solidFill>
            <a:srgbClr val="4F5D6B"/>
          </a:solidFill>
          <a:ln w="12700">
            <a:solidFill>
              <a:srgbClr val="4F5D6B"/>
            </a:solidFill>
            <a:prstDash val="solid"/>
          </a:ln>
        </p:spPr>
      </p:sp>
      <p:sp>
        <p:nvSpPr>
          <p:cNvPr id="12" name="Shape 10"/>
          <p:cNvSpPr/>
          <p:nvPr/>
        </p:nvSpPr>
        <p:spPr>
          <a:xfrm>
            <a:off x="1528064" y="5061844"/>
            <a:ext cx="33386" cy="26152"/>
          </a:xfrm>
          <a:prstGeom prst="rect">
            <a:avLst/>
          </a:prstGeom>
          <a:solidFill>
            <a:srgbClr val="4F5D6B"/>
          </a:solidFill>
          <a:ln w="12700">
            <a:solidFill>
              <a:srgbClr val="4F5D6B"/>
            </a:solidFill>
            <a:prstDash val="solid"/>
          </a:ln>
        </p:spPr>
      </p:sp>
      <p:sp>
        <p:nvSpPr>
          <p:cNvPr id="13" name="Shape 11"/>
          <p:cNvSpPr/>
          <p:nvPr/>
        </p:nvSpPr>
        <p:spPr>
          <a:xfrm>
            <a:off x="1581912" y="5061341"/>
            <a:ext cx="33386" cy="27158"/>
          </a:xfrm>
          <a:prstGeom prst="rect">
            <a:avLst/>
          </a:prstGeom>
          <a:solidFill>
            <a:srgbClr val="4F5D6B"/>
          </a:solidFill>
          <a:ln w="12700">
            <a:solidFill>
              <a:srgbClr val="4F5D6B"/>
            </a:solidFill>
            <a:prstDash val="solid"/>
          </a:ln>
        </p:spPr>
      </p:sp>
      <p:sp>
        <p:nvSpPr>
          <p:cNvPr id="14" name="Shape 12"/>
          <p:cNvSpPr/>
          <p:nvPr/>
        </p:nvSpPr>
        <p:spPr>
          <a:xfrm>
            <a:off x="1635760" y="5065776"/>
            <a:ext cx="33386" cy="18288"/>
          </a:xfrm>
          <a:prstGeom prst="rect">
            <a:avLst/>
          </a:prstGeom>
          <a:solidFill>
            <a:srgbClr val="4F5D6B"/>
          </a:solidFill>
          <a:ln w="12700">
            <a:solidFill>
              <a:srgbClr val="4F5D6B"/>
            </a:solidFill>
            <a:prstDash val="solid"/>
          </a:ln>
        </p:spPr>
      </p:sp>
      <p:sp>
        <p:nvSpPr>
          <p:cNvPr id="15" name="Shape 13"/>
          <p:cNvSpPr/>
          <p:nvPr/>
        </p:nvSpPr>
        <p:spPr>
          <a:xfrm>
            <a:off x="1689608" y="5065776"/>
            <a:ext cx="33386" cy="18288"/>
          </a:xfrm>
          <a:prstGeom prst="rect">
            <a:avLst/>
          </a:prstGeom>
          <a:solidFill>
            <a:srgbClr val="4F5D6B"/>
          </a:solidFill>
          <a:ln w="12700">
            <a:solidFill>
              <a:srgbClr val="4F5D6B"/>
            </a:solidFill>
            <a:prstDash val="solid"/>
          </a:ln>
        </p:spPr>
      </p:sp>
      <p:sp>
        <p:nvSpPr>
          <p:cNvPr id="16" name="Shape 14"/>
          <p:cNvSpPr/>
          <p:nvPr/>
        </p:nvSpPr>
        <p:spPr>
          <a:xfrm>
            <a:off x="1743456" y="5065776"/>
            <a:ext cx="33386" cy="18288"/>
          </a:xfrm>
          <a:prstGeom prst="rect">
            <a:avLst/>
          </a:prstGeom>
          <a:solidFill>
            <a:srgbClr val="4F5D6B"/>
          </a:solidFill>
          <a:ln w="12700">
            <a:solidFill>
              <a:srgbClr val="4F5D6B"/>
            </a:solidFill>
            <a:prstDash val="solid"/>
          </a:ln>
        </p:spPr>
      </p:sp>
      <p:sp>
        <p:nvSpPr>
          <p:cNvPr id="17" name="Shape 15"/>
          <p:cNvSpPr/>
          <p:nvPr/>
        </p:nvSpPr>
        <p:spPr>
          <a:xfrm>
            <a:off x="1797304" y="5065776"/>
            <a:ext cx="33386" cy="18288"/>
          </a:xfrm>
          <a:prstGeom prst="rect">
            <a:avLst/>
          </a:prstGeom>
          <a:solidFill>
            <a:srgbClr val="4F5D6B"/>
          </a:solidFill>
          <a:ln w="12700">
            <a:solidFill>
              <a:srgbClr val="4F5D6B"/>
            </a:solidFill>
            <a:prstDash val="solid"/>
          </a:ln>
        </p:spPr>
      </p:sp>
      <p:sp>
        <p:nvSpPr>
          <p:cNvPr id="18" name="Shape 16"/>
          <p:cNvSpPr/>
          <p:nvPr/>
        </p:nvSpPr>
        <p:spPr>
          <a:xfrm>
            <a:off x="1851152" y="5065365"/>
            <a:ext cx="33386" cy="19111"/>
          </a:xfrm>
          <a:prstGeom prst="rect">
            <a:avLst/>
          </a:prstGeom>
          <a:solidFill>
            <a:srgbClr val="4F5D6B"/>
          </a:solidFill>
          <a:ln w="12700">
            <a:solidFill>
              <a:srgbClr val="4F5D6B"/>
            </a:solidFill>
            <a:prstDash val="solid"/>
          </a:ln>
        </p:spPr>
      </p:sp>
      <p:sp>
        <p:nvSpPr>
          <p:cNvPr id="19" name="Shape 17"/>
          <p:cNvSpPr/>
          <p:nvPr/>
        </p:nvSpPr>
        <p:spPr>
          <a:xfrm>
            <a:off x="1905000" y="5063353"/>
            <a:ext cx="33386" cy="23134"/>
          </a:xfrm>
          <a:prstGeom prst="rect">
            <a:avLst/>
          </a:prstGeom>
          <a:solidFill>
            <a:srgbClr val="4F5D6B"/>
          </a:solidFill>
          <a:ln w="12700">
            <a:solidFill>
              <a:srgbClr val="4F5D6B"/>
            </a:solidFill>
            <a:prstDash val="solid"/>
          </a:ln>
        </p:spPr>
      </p:sp>
      <p:sp>
        <p:nvSpPr>
          <p:cNvPr id="20" name="Shape 18"/>
          <p:cNvSpPr/>
          <p:nvPr/>
        </p:nvSpPr>
        <p:spPr>
          <a:xfrm>
            <a:off x="1958848" y="5061844"/>
            <a:ext cx="33386" cy="26152"/>
          </a:xfrm>
          <a:prstGeom prst="rect">
            <a:avLst/>
          </a:prstGeom>
          <a:solidFill>
            <a:srgbClr val="4F5D6B"/>
          </a:solidFill>
          <a:ln w="12700">
            <a:solidFill>
              <a:srgbClr val="4F5D6B"/>
            </a:solidFill>
            <a:prstDash val="solid"/>
          </a:ln>
        </p:spPr>
      </p:sp>
      <p:sp>
        <p:nvSpPr>
          <p:cNvPr id="21" name="Shape 19"/>
          <p:cNvSpPr/>
          <p:nvPr/>
        </p:nvSpPr>
        <p:spPr>
          <a:xfrm>
            <a:off x="2012696" y="5060838"/>
            <a:ext cx="33386" cy="28164"/>
          </a:xfrm>
          <a:prstGeom prst="rect">
            <a:avLst/>
          </a:prstGeom>
          <a:solidFill>
            <a:srgbClr val="4F5D6B"/>
          </a:solidFill>
          <a:ln w="12700">
            <a:solidFill>
              <a:srgbClr val="4F5D6B"/>
            </a:solidFill>
            <a:prstDash val="solid"/>
          </a:ln>
        </p:spPr>
      </p:sp>
      <p:sp>
        <p:nvSpPr>
          <p:cNvPr id="22" name="Shape 20"/>
          <p:cNvSpPr/>
          <p:nvPr/>
        </p:nvSpPr>
        <p:spPr>
          <a:xfrm>
            <a:off x="2066544" y="5057318"/>
            <a:ext cx="33386" cy="35204"/>
          </a:xfrm>
          <a:prstGeom prst="rect">
            <a:avLst/>
          </a:prstGeom>
          <a:solidFill>
            <a:srgbClr val="4F5D6B"/>
          </a:solidFill>
          <a:ln w="12700">
            <a:solidFill>
              <a:srgbClr val="4F5D6B"/>
            </a:solidFill>
            <a:prstDash val="solid"/>
          </a:ln>
        </p:spPr>
      </p:sp>
      <p:sp>
        <p:nvSpPr>
          <p:cNvPr id="23" name="Shape 21"/>
          <p:cNvSpPr/>
          <p:nvPr/>
        </p:nvSpPr>
        <p:spPr>
          <a:xfrm>
            <a:off x="2120392" y="5062347"/>
            <a:ext cx="33386" cy="25146"/>
          </a:xfrm>
          <a:prstGeom prst="rect">
            <a:avLst/>
          </a:prstGeom>
          <a:solidFill>
            <a:srgbClr val="4F5D6B"/>
          </a:solidFill>
          <a:ln w="12700">
            <a:solidFill>
              <a:srgbClr val="4F5D6B"/>
            </a:solidFill>
            <a:prstDash val="solid"/>
          </a:ln>
        </p:spPr>
      </p:sp>
      <p:sp>
        <p:nvSpPr>
          <p:cNvPr id="24" name="Shape 22"/>
          <p:cNvSpPr/>
          <p:nvPr/>
        </p:nvSpPr>
        <p:spPr>
          <a:xfrm>
            <a:off x="2174240" y="5056312"/>
            <a:ext cx="33386" cy="37216"/>
          </a:xfrm>
          <a:prstGeom prst="rect">
            <a:avLst/>
          </a:prstGeom>
          <a:solidFill>
            <a:srgbClr val="4F5D6B"/>
          </a:solidFill>
          <a:ln w="12700">
            <a:solidFill>
              <a:srgbClr val="4F5D6B"/>
            </a:solidFill>
            <a:prstDash val="solid"/>
          </a:ln>
        </p:spPr>
      </p:sp>
      <p:sp>
        <p:nvSpPr>
          <p:cNvPr id="25" name="Shape 23"/>
          <p:cNvSpPr/>
          <p:nvPr/>
        </p:nvSpPr>
        <p:spPr>
          <a:xfrm>
            <a:off x="2228088" y="5063353"/>
            <a:ext cx="33386" cy="23134"/>
          </a:xfrm>
          <a:prstGeom prst="rect">
            <a:avLst/>
          </a:prstGeom>
          <a:solidFill>
            <a:srgbClr val="4F5D6B"/>
          </a:solidFill>
          <a:ln w="12700">
            <a:solidFill>
              <a:srgbClr val="4F5D6B"/>
            </a:solidFill>
            <a:prstDash val="solid"/>
          </a:ln>
        </p:spPr>
      </p:sp>
      <p:sp>
        <p:nvSpPr>
          <p:cNvPr id="26" name="Shape 24"/>
          <p:cNvSpPr/>
          <p:nvPr/>
        </p:nvSpPr>
        <p:spPr>
          <a:xfrm>
            <a:off x="2281936" y="5060838"/>
            <a:ext cx="33386" cy="28164"/>
          </a:xfrm>
          <a:prstGeom prst="rect">
            <a:avLst/>
          </a:prstGeom>
          <a:solidFill>
            <a:srgbClr val="4F5D6B"/>
          </a:solidFill>
          <a:ln w="12700">
            <a:solidFill>
              <a:srgbClr val="4F5D6B"/>
            </a:solidFill>
            <a:prstDash val="solid"/>
          </a:ln>
        </p:spPr>
      </p:sp>
      <p:sp>
        <p:nvSpPr>
          <p:cNvPr id="27" name="Shape 25"/>
          <p:cNvSpPr/>
          <p:nvPr/>
        </p:nvSpPr>
        <p:spPr>
          <a:xfrm>
            <a:off x="2335784" y="5065776"/>
            <a:ext cx="33386" cy="18288"/>
          </a:xfrm>
          <a:prstGeom prst="rect">
            <a:avLst/>
          </a:prstGeom>
          <a:solidFill>
            <a:srgbClr val="4F5D6B"/>
          </a:solidFill>
          <a:ln w="12700">
            <a:solidFill>
              <a:srgbClr val="4F5D6B"/>
            </a:solidFill>
            <a:prstDash val="solid"/>
          </a:ln>
        </p:spPr>
      </p:sp>
      <p:sp>
        <p:nvSpPr>
          <p:cNvPr id="28" name="Shape 26"/>
          <p:cNvSpPr/>
          <p:nvPr/>
        </p:nvSpPr>
        <p:spPr>
          <a:xfrm>
            <a:off x="2389632" y="5065776"/>
            <a:ext cx="33386" cy="18288"/>
          </a:xfrm>
          <a:prstGeom prst="rect">
            <a:avLst/>
          </a:prstGeom>
          <a:solidFill>
            <a:srgbClr val="4F5D6B"/>
          </a:solidFill>
          <a:ln w="12700">
            <a:solidFill>
              <a:srgbClr val="4F5D6B"/>
            </a:solidFill>
            <a:prstDash val="solid"/>
          </a:ln>
        </p:spPr>
      </p:sp>
      <p:sp>
        <p:nvSpPr>
          <p:cNvPr id="29" name="Shape 27"/>
          <p:cNvSpPr/>
          <p:nvPr/>
        </p:nvSpPr>
        <p:spPr>
          <a:xfrm>
            <a:off x="2443480" y="5055809"/>
            <a:ext cx="33386" cy="38222"/>
          </a:xfrm>
          <a:prstGeom prst="rect">
            <a:avLst/>
          </a:prstGeom>
          <a:solidFill>
            <a:srgbClr val="4F5D6B"/>
          </a:solidFill>
          <a:ln w="12700">
            <a:solidFill>
              <a:srgbClr val="4F5D6B"/>
            </a:solidFill>
            <a:prstDash val="solid"/>
          </a:ln>
        </p:spPr>
      </p:sp>
      <p:sp>
        <p:nvSpPr>
          <p:cNvPr id="30" name="Shape 28"/>
          <p:cNvSpPr/>
          <p:nvPr/>
        </p:nvSpPr>
        <p:spPr>
          <a:xfrm>
            <a:off x="2497328" y="5063353"/>
            <a:ext cx="33386" cy="23134"/>
          </a:xfrm>
          <a:prstGeom prst="rect">
            <a:avLst/>
          </a:prstGeom>
          <a:solidFill>
            <a:srgbClr val="4F5D6B"/>
          </a:solidFill>
          <a:ln w="12700">
            <a:solidFill>
              <a:srgbClr val="4F5D6B"/>
            </a:solidFill>
            <a:prstDash val="solid"/>
          </a:ln>
        </p:spPr>
      </p:sp>
      <p:sp>
        <p:nvSpPr>
          <p:cNvPr id="31" name="Shape 29"/>
          <p:cNvSpPr/>
          <p:nvPr/>
        </p:nvSpPr>
        <p:spPr>
          <a:xfrm>
            <a:off x="2551176" y="5063353"/>
            <a:ext cx="33386" cy="23134"/>
          </a:xfrm>
          <a:prstGeom prst="rect">
            <a:avLst/>
          </a:prstGeom>
          <a:solidFill>
            <a:srgbClr val="4F5D6B"/>
          </a:solidFill>
          <a:ln w="12700">
            <a:solidFill>
              <a:srgbClr val="4F5D6B"/>
            </a:solidFill>
            <a:prstDash val="solid"/>
          </a:ln>
        </p:spPr>
      </p:sp>
      <p:sp>
        <p:nvSpPr>
          <p:cNvPr id="32" name="Shape 30"/>
          <p:cNvSpPr/>
          <p:nvPr/>
        </p:nvSpPr>
        <p:spPr>
          <a:xfrm>
            <a:off x="2605024" y="5065776"/>
            <a:ext cx="33386" cy="18288"/>
          </a:xfrm>
          <a:prstGeom prst="rect">
            <a:avLst/>
          </a:prstGeom>
          <a:solidFill>
            <a:srgbClr val="4F5D6B"/>
          </a:solidFill>
          <a:ln w="12700">
            <a:solidFill>
              <a:srgbClr val="4F5D6B"/>
            </a:solidFill>
            <a:prstDash val="solid"/>
          </a:ln>
        </p:spPr>
      </p:sp>
      <p:sp>
        <p:nvSpPr>
          <p:cNvPr id="33" name="Shape 31"/>
          <p:cNvSpPr/>
          <p:nvPr/>
        </p:nvSpPr>
        <p:spPr>
          <a:xfrm>
            <a:off x="2658872" y="5065365"/>
            <a:ext cx="33386" cy="19111"/>
          </a:xfrm>
          <a:prstGeom prst="rect">
            <a:avLst/>
          </a:prstGeom>
          <a:solidFill>
            <a:srgbClr val="4F5D6B"/>
          </a:solidFill>
          <a:ln w="12700">
            <a:solidFill>
              <a:srgbClr val="4F5D6B"/>
            </a:solidFill>
            <a:prstDash val="solid"/>
          </a:ln>
        </p:spPr>
      </p:sp>
      <p:sp>
        <p:nvSpPr>
          <p:cNvPr id="34" name="Shape 32"/>
          <p:cNvSpPr/>
          <p:nvPr/>
        </p:nvSpPr>
        <p:spPr>
          <a:xfrm>
            <a:off x="2712720" y="5061341"/>
            <a:ext cx="33386" cy="27158"/>
          </a:xfrm>
          <a:prstGeom prst="rect">
            <a:avLst/>
          </a:prstGeom>
          <a:solidFill>
            <a:srgbClr val="4F5D6B"/>
          </a:solidFill>
          <a:ln w="12700">
            <a:solidFill>
              <a:srgbClr val="4F5D6B"/>
            </a:solidFill>
            <a:prstDash val="solid"/>
          </a:ln>
        </p:spPr>
      </p:sp>
      <p:sp>
        <p:nvSpPr>
          <p:cNvPr id="35" name="Shape 33"/>
          <p:cNvSpPr/>
          <p:nvPr/>
        </p:nvSpPr>
        <p:spPr>
          <a:xfrm>
            <a:off x="2766568" y="5061844"/>
            <a:ext cx="33386" cy="26152"/>
          </a:xfrm>
          <a:prstGeom prst="rect">
            <a:avLst/>
          </a:prstGeom>
          <a:solidFill>
            <a:srgbClr val="4F5D6B"/>
          </a:solidFill>
          <a:ln w="12700">
            <a:solidFill>
              <a:srgbClr val="4F5D6B"/>
            </a:solidFill>
            <a:prstDash val="solid"/>
          </a:ln>
        </p:spPr>
      </p:sp>
      <p:sp>
        <p:nvSpPr>
          <p:cNvPr id="36" name="Shape 34"/>
          <p:cNvSpPr/>
          <p:nvPr/>
        </p:nvSpPr>
        <p:spPr>
          <a:xfrm>
            <a:off x="2820416" y="5064862"/>
            <a:ext cx="33386" cy="20117"/>
          </a:xfrm>
          <a:prstGeom prst="rect">
            <a:avLst/>
          </a:prstGeom>
          <a:solidFill>
            <a:srgbClr val="4F5D6B"/>
          </a:solidFill>
          <a:ln w="12700">
            <a:solidFill>
              <a:srgbClr val="4F5D6B"/>
            </a:solidFill>
            <a:prstDash val="solid"/>
          </a:ln>
        </p:spPr>
      </p:sp>
      <p:sp>
        <p:nvSpPr>
          <p:cNvPr id="37" name="Shape 35"/>
          <p:cNvSpPr/>
          <p:nvPr/>
        </p:nvSpPr>
        <p:spPr>
          <a:xfrm>
            <a:off x="2874264" y="5063856"/>
            <a:ext cx="33386" cy="22128"/>
          </a:xfrm>
          <a:prstGeom prst="rect">
            <a:avLst/>
          </a:prstGeom>
          <a:solidFill>
            <a:srgbClr val="4F5D6B"/>
          </a:solidFill>
          <a:ln w="12700">
            <a:solidFill>
              <a:srgbClr val="4F5D6B"/>
            </a:solidFill>
            <a:prstDash val="solid"/>
          </a:ln>
        </p:spPr>
      </p:sp>
      <p:sp>
        <p:nvSpPr>
          <p:cNvPr id="38" name="Shape 36"/>
          <p:cNvSpPr/>
          <p:nvPr/>
        </p:nvSpPr>
        <p:spPr>
          <a:xfrm>
            <a:off x="2928112" y="4998476"/>
            <a:ext cx="33386" cy="152888"/>
          </a:xfrm>
          <a:prstGeom prst="rect">
            <a:avLst/>
          </a:prstGeom>
          <a:solidFill>
            <a:srgbClr val="4F5D6B"/>
          </a:solidFill>
          <a:ln w="12700">
            <a:solidFill>
              <a:srgbClr val="4F5D6B"/>
            </a:solidFill>
            <a:prstDash val="solid"/>
          </a:ln>
        </p:spPr>
      </p:sp>
      <p:sp>
        <p:nvSpPr>
          <p:cNvPr id="39" name="Shape 37"/>
          <p:cNvSpPr/>
          <p:nvPr/>
        </p:nvSpPr>
        <p:spPr>
          <a:xfrm>
            <a:off x="2981960" y="4767636"/>
            <a:ext cx="33386" cy="614568"/>
          </a:xfrm>
          <a:prstGeom prst="rect">
            <a:avLst/>
          </a:prstGeom>
          <a:solidFill>
            <a:srgbClr val="4F5D6B"/>
          </a:solidFill>
          <a:ln w="12700">
            <a:solidFill>
              <a:srgbClr val="4F5D6B"/>
            </a:solidFill>
            <a:prstDash val="solid"/>
          </a:ln>
        </p:spPr>
      </p:sp>
      <p:sp>
        <p:nvSpPr>
          <p:cNvPr id="40" name="Shape 38"/>
          <p:cNvSpPr/>
          <p:nvPr/>
        </p:nvSpPr>
        <p:spPr>
          <a:xfrm>
            <a:off x="3035808" y="4825472"/>
            <a:ext cx="33386" cy="498897"/>
          </a:xfrm>
          <a:prstGeom prst="rect">
            <a:avLst/>
          </a:prstGeom>
          <a:solidFill>
            <a:srgbClr val="4F5D6B"/>
          </a:solidFill>
          <a:ln w="12700">
            <a:solidFill>
              <a:srgbClr val="4F5D6B"/>
            </a:solidFill>
            <a:prstDash val="solid"/>
          </a:ln>
        </p:spPr>
      </p:sp>
      <p:sp>
        <p:nvSpPr>
          <p:cNvPr id="41" name="Shape 39"/>
          <p:cNvSpPr/>
          <p:nvPr/>
        </p:nvSpPr>
        <p:spPr>
          <a:xfrm>
            <a:off x="3089656" y="4893869"/>
            <a:ext cx="33386" cy="362102"/>
          </a:xfrm>
          <a:prstGeom prst="rect">
            <a:avLst/>
          </a:prstGeom>
          <a:solidFill>
            <a:srgbClr val="4F5D6B"/>
          </a:solidFill>
          <a:ln w="12700">
            <a:solidFill>
              <a:srgbClr val="4F5D6B"/>
            </a:solidFill>
            <a:prstDash val="solid"/>
          </a:ln>
        </p:spPr>
      </p:sp>
      <p:sp>
        <p:nvSpPr>
          <p:cNvPr id="42" name="Shape 40"/>
          <p:cNvSpPr/>
          <p:nvPr/>
        </p:nvSpPr>
        <p:spPr>
          <a:xfrm>
            <a:off x="3143504" y="4764618"/>
            <a:ext cx="33386" cy="620603"/>
          </a:xfrm>
          <a:prstGeom prst="rect">
            <a:avLst/>
          </a:prstGeom>
          <a:solidFill>
            <a:srgbClr val="4F5D6B"/>
          </a:solidFill>
          <a:ln w="12700">
            <a:solidFill>
              <a:srgbClr val="4F5D6B"/>
            </a:solidFill>
            <a:prstDash val="solid"/>
          </a:ln>
        </p:spPr>
      </p:sp>
      <p:sp>
        <p:nvSpPr>
          <p:cNvPr id="43" name="Shape 41"/>
          <p:cNvSpPr/>
          <p:nvPr/>
        </p:nvSpPr>
        <p:spPr>
          <a:xfrm>
            <a:off x="3197352" y="4975342"/>
            <a:ext cx="33386" cy="199156"/>
          </a:xfrm>
          <a:prstGeom prst="rect">
            <a:avLst/>
          </a:prstGeom>
          <a:solidFill>
            <a:srgbClr val="4F5D6B"/>
          </a:solidFill>
          <a:ln w="12700">
            <a:solidFill>
              <a:srgbClr val="4F5D6B"/>
            </a:solidFill>
            <a:prstDash val="solid"/>
          </a:ln>
        </p:spPr>
      </p:sp>
      <p:sp>
        <p:nvSpPr>
          <p:cNvPr id="44" name="Shape 42"/>
          <p:cNvSpPr/>
          <p:nvPr/>
        </p:nvSpPr>
        <p:spPr>
          <a:xfrm>
            <a:off x="3251200" y="4725391"/>
            <a:ext cx="33386" cy="699059"/>
          </a:xfrm>
          <a:prstGeom prst="rect">
            <a:avLst/>
          </a:prstGeom>
          <a:solidFill>
            <a:srgbClr val="4F5D6B"/>
          </a:solidFill>
          <a:ln w="12700">
            <a:solidFill>
              <a:srgbClr val="4F5D6B"/>
            </a:solidFill>
            <a:prstDash val="solid"/>
          </a:ln>
        </p:spPr>
      </p:sp>
      <p:sp>
        <p:nvSpPr>
          <p:cNvPr id="45" name="Shape 43"/>
          <p:cNvSpPr/>
          <p:nvPr/>
        </p:nvSpPr>
        <p:spPr>
          <a:xfrm>
            <a:off x="3305048" y="4572000"/>
            <a:ext cx="33386" cy="1005840"/>
          </a:xfrm>
          <a:prstGeom prst="rect">
            <a:avLst/>
          </a:prstGeom>
          <a:solidFill>
            <a:srgbClr val="4F5D6B"/>
          </a:solidFill>
          <a:ln w="12700">
            <a:solidFill>
              <a:srgbClr val="4F5D6B"/>
            </a:solidFill>
            <a:prstDash val="solid"/>
          </a:ln>
        </p:spPr>
      </p:sp>
      <p:sp>
        <p:nvSpPr>
          <p:cNvPr id="46" name="Shape 44"/>
          <p:cNvSpPr/>
          <p:nvPr/>
        </p:nvSpPr>
        <p:spPr>
          <a:xfrm>
            <a:off x="3358896" y="4796805"/>
            <a:ext cx="33386" cy="556230"/>
          </a:xfrm>
          <a:prstGeom prst="rect">
            <a:avLst/>
          </a:prstGeom>
          <a:solidFill>
            <a:srgbClr val="4F5D6B"/>
          </a:solidFill>
          <a:ln w="12700">
            <a:solidFill>
              <a:srgbClr val="4F5D6B"/>
            </a:solidFill>
            <a:prstDash val="solid"/>
          </a:ln>
        </p:spPr>
      </p:sp>
      <p:sp>
        <p:nvSpPr>
          <p:cNvPr id="47" name="Shape 45"/>
          <p:cNvSpPr/>
          <p:nvPr/>
        </p:nvSpPr>
        <p:spPr>
          <a:xfrm>
            <a:off x="3412744" y="5048265"/>
            <a:ext cx="33386" cy="53310"/>
          </a:xfrm>
          <a:prstGeom prst="rect">
            <a:avLst/>
          </a:prstGeom>
          <a:solidFill>
            <a:srgbClr val="4F5D6B"/>
          </a:solidFill>
          <a:ln w="12700">
            <a:solidFill>
              <a:srgbClr val="4F5D6B"/>
            </a:solidFill>
            <a:prstDash val="solid"/>
          </a:ln>
        </p:spPr>
      </p:sp>
      <p:sp>
        <p:nvSpPr>
          <p:cNvPr id="48" name="Shape 46"/>
          <p:cNvSpPr/>
          <p:nvPr/>
        </p:nvSpPr>
        <p:spPr>
          <a:xfrm>
            <a:off x="3466592" y="5052289"/>
            <a:ext cx="33386" cy="45263"/>
          </a:xfrm>
          <a:prstGeom prst="rect">
            <a:avLst/>
          </a:prstGeom>
          <a:solidFill>
            <a:srgbClr val="4F5D6B"/>
          </a:solidFill>
          <a:ln w="12700">
            <a:solidFill>
              <a:srgbClr val="4F5D6B"/>
            </a:solidFill>
            <a:prstDash val="solid"/>
          </a:ln>
        </p:spPr>
      </p:sp>
      <p:sp>
        <p:nvSpPr>
          <p:cNvPr id="49" name="Shape 47"/>
          <p:cNvSpPr/>
          <p:nvPr/>
        </p:nvSpPr>
        <p:spPr>
          <a:xfrm>
            <a:off x="3520440" y="4948184"/>
            <a:ext cx="33386" cy="253472"/>
          </a:xfrm>
          <a:prstGeom prst="rect">
            <a:avLst/>
          </a:prstGeom>
          <a:solidFill>
            <a:srgbClr val="4F5D6B"/>
          </a:solidFill>
          <a:ln w="12700">
            <a:solidFill>
              <a:srgbClr val="4F5D6B"/>
            </a:solidFill>
            <a:prstDash val="solid"/>
          </a:ln>
        </p:spPr>
      </p:sp>
      <p:sp>
        <p:nvSpPr>
          <p:cNvPr id="50" name="Shape 48"/>
          <p:cNvSpPr/>
          <p:nvPr/>
        </p:nvSpPr>
        <p:spPr>
          <a:xfrm>
            <a:off x="3574288" y="4717344"/>
            <a:ext cx="33386" cy="715152"/>
          </a:xfrm>
          <a:prstGeom prst="rect">
            <a:avLst/>
          </a:prstGeom>
          <a:solidFill>
            <a:srgbClr val="4F5D6B"/>
          </a:solidFill>
          <a:ln w="12700">
            <a:solidFill>
              <a:srgbClr val="4F5D6B"/>
            </a:solidFill>
            <a:prstDash val="solid"/>
          </a:ln>
        </p:spPr>
      </p:sp>
      <p:sp>
        <p:nvSpPr>
          <p:cNvPr id="51" name="Shape 49"/>
          <p:cNvSpPr/>
          <p:nvPr/>
        </p:nvSpPr>
        <p:spPr>
          <a:xfrm>
            <a:off x="3628136" y="4931085"/>
            <a:ext cx="33386" cy="287670"/>
          </a:xfrm>
          <a:prstGeom prst="rect">
            <a:avLst/>
          </a:prstGeom>
          <a:solidFill>
            <a:srgbClr val="4F5D6B"/>
          </a:solidFill>
          <a:ln w="12700">
            <a:solidFill>
              <a:srgbClr val="4F5D6B"/>
            </a:solidFill>
            <a:prstDash val="solid"/>
          </a:ln>
        </p:spPr>
      </p:sp>
      <p:sp>
        <p:nvSpPr>
          <p:cNvPr id="52" name="Shape 50"/>
          <p:cNvSpPr/>
          <p:nvPr/>
        </p:nvSpPr>
        <p:spPr>
          <a:xfrm>
            <a:off x="3681984" y="4901413"/>
            <a:ext cx="33386" cy="347015"/>
          </a:xfrm>
          <a:prstGeom prst="rect">
            <a:avLst/>
          </a:prstGeom>
          <a:solidFill>
            <a:srgbClr val="4F5D6B"/>
          </a:solidFill>
          <a:ln w="12700">
            <a:solidFill>
              <a:srgbClr val="4F5D6B"/>
            </a:solidFill>
            <a:prstDash val="solid"/>
          </a:ln>
        </p:spPr>
      </p:sp>
      <p:sp>
        <p:nvSpPr>
          <p:cNvPr id="53" name="Shape 51"/>
          <p:cNvSpPr/>
          <p:nvPr/>
        </p:nvSpPr>
        <p:spPr>
          <a:xfrm>
            <a:off x="3735832" y="4651964"/>
            <a:ext cx="33386" cy="845911"/>
          </a:xfrm>
          <a:prstGeom prst="rect">
            <a:avLst/>
          </a:prstGeom>
          <a:solidFill>
            <a:srgbClr val="4F5D6B"/>
          </a:solidFill>
          <a:ln w="12700">
            <a:solidFill>
              <a:srgbClr val="4F5D6B"/>
            </a:solidFill>
            <a:prstDash val="solid"/>
          </a:ln>
        </p:spPr>
      </p:sp>
      <p:sp>
        <p:nvSpPr>
          <p:cNvPr id="54" name="Shape 52"/>
          <p:cNvSpPr/>
          <p:nvPr/>
        </p:nvSpPr>
        <p:spPr>
          <a:xfrm>
            <a:off x="3789680" y="4770150"/>
            <a:ext cx="33386" cy="609539"/>
          </a:xfrm>
          <a:prstGeom prst="rect">
            <a:avLst/>
          </a:prstGeom>
          <a:solidFill>
            <a:srgbClr val="4F5D6B"/>
          </a:solidFill>
          <a:ln w="12700">
            <a:solidFill>
              <a:srgbClr val="4F5D6B"/>
            </a:solidFill>
            <a:prstDash val="solid"/>
          </a:ln>
        </p:spPr>
      </p:sp>
      <p:sp>
        <p:nvSpPr>
          <p:cNvPr id="55" name="Shape 53"/>
          <p:cNvSpPr/>
          <p:nvPr/>
        </p:nvSpPr>
        <p:spPr>
          <a:xfrm>
            <a:off x="3843528" y="5022113"/>
            <a:ext cx="33386" cy="105613"/>
          </a:xfrm>
          <a:prstGeom prst="rect">
            <a:avLst/>
          </a:prstGeom>
          <a:solidFill>
            <a:srgbClr val="4F5D6B"/>
          </a:solidFill>
          <a:ln w="12700">
            <a:solidFill>
              <a:srgbClr val="4F5D6B"/>
            </a:solidFill>
            <a:prstDash val="solid"/>
          </a:ln>
        </p:spPr>
      </p:sp>
      <p:sp>
        <p:nvSpPr>
          <p:cNvPr id="56" name="Shape 54"/>
          <p:cNvSpPr/>
          <p:nvPr/>
        </p:nvSpPr>
        <p:spPr>
          <a:xfrm>
            <a:off x="3897376" y="5015575"/>
            <a:ext cx="33386" cy="118689"/>
          </a:xfrm>
          <a:prstGeom prst="rect">
            <a:avLst/>
          </a:prstGeom>
          <a:solidFill>
            <a:srgbClr val="4F5D6B"/>
          </a:solidFill>
          <a:ln w="12700">
            <a:solidFill>
              <a:srgbClr val="4F5D6B"/>
            </a:solidFill>
            <a:prstDash val="solid"/>
          </a:ln>
        </p:spPr>
      </p:sp>
      <p:sp>
        <p:nvSpPr>
          <p:cNvPr id="57" name="Shape 55"/>
          <p:cNvSpPr/>
          <p:nvPr/>
        </p:nvSpPr>
        <p:spPr>
          <a:xfrm>
            <a:off x="3951224" y="4878781"/>
            <a:ext cx="33386" cy="392278"/>
          </a:xfrm>
          <a:prstGeom prst="rect">
            <a:avLst/>
          </a:prstGeom>
          <a:solidFill>
            <a:srgbClr val="4F5D6B"/>
          </a:solidFill>
          <a:ln w="12700">
            <a:solidFill>
              <a:srgbClr val="4F5D6B"/>
            </a:solidFill>
            <a:prstDash val="solid"/>
          </a:ln>
        </p:spPr>
      </p:sp>
      <p:sp>
        <p:nvSpPr>
          <p:cNvPr id="58" name="Shape 56"/>
          <p:cNvSpPr/>
          <p:nvPr/>
        </p:nvSpPr>
        <p:spPr>
          <a:xfrm>
            <a:off x="4005072" y="4950196"/>
            <a:ext cx="33386" cy="249448"/>
          </a:xfrm>
          <a:prstGeom prst="rect">
            <a:avLst/>
          </a:prstGeom>
          <a:solidFill>
            <a:srgbClr val="4F5D6B"/>
          </a:solidFill>
          <a:ln w="12700">
            <a:solidFill>
              <a:srgbClr val="4F5D6B"/>
            </a:solidFill>
            <a:prstDash val="solid"/>
          </a:ln>
        </p:spPr>
      </p:sp>
      <p:sp>
        <p:nvSpPr>
          <p:cNvPr id="59" name="Shape 57"/>
          <p:cNvSpPr/>
          <p:nvPr/>
        </p:nvSpPr>
        <p:spPr>
          <a:xfrm>
            <a:off x="4058920" y="4723379"/>
            <a:ext cx="33386" cy="703082"/>
          </a:xfrm>
          <a:prstGeom prst="rect">
            <a:avLst/>
          </a:prstGeom>
          <a:solidFill>
            <a:srgbClr val="4F5D6B"/>
          </a:solidFill>
          <a:ln w="12700">
            <a:solidFill>
              <a:srgbClr val="4F5D6B"/>
            </a:solidFill>
            <a:prstDash val="solid"/>
          </a:ln>
        </p:spPr>
      </p:sp>
      <p:sp>
        <p:nvSpPr>
          <p:cNvPr id="60" name="Shape 58"/>
          <p:cNvSpPr/>
          <p:nvPr/>
        </p:nvSpPr>
        <p:spPr>
          <a:xfrm>
            <a:off x="4112768" y="4755063"/>
            <a:ext cx="33386" cy="639714"/>
          </a:xfrm>
          <a:prstGeom prst="rect">
            <a:avLst/>
          </a:prstGeom>
          <a:solidFill>
            <a:srgbClr val="4F5D6B"/>
          </a:solidFill>
          <a:ln w="12700">
            <a:solidFill>
              <a:srgbClr val="4F5D6B"/>
            </a:solidFill>
            <a:prstDash val="solid"/>
          </a:ln>
        </p:spPr>
      </p:sp>
      <p:sp>
        <p:nvSpPr>
          <p:cNvPr id="61" name="Shape 59"/>
          <p:cNvSpPr/>
          <p:nvPr/>
        </p:nvSpPr>
        <p:spPr>
          <a:xfrm>
            <a:off x="4166616" y="4726899"/>
            <a:ext cx="33386" cy="696041"/>
          </a:xfrm>
          <a:prstGeom prst="rect">
            <a:avLst/>
          </a:prstGeom>
          <a:solidFill>
            <a:srgbClr val="4F5D6B"/>
          </a:solidFill>
          <a:ln w="12700">
            <a:solidFill>
              <a:srgbClr val="4F5D6B"/>
            </a:solidFill>
            <a:prstDash val="solid"/>
          </a:ln>
        </p:spPr>
      </p:sp>
      <p:sp>
        <p:nvSpPr>
          <p:cNvPr id="62" name="Shape 60"/>
          <p:cNvSpPr/>
          <p:nvPr/>
        </p:nvSpPr>
        <p:spPr>
          <a:xfrm>
            <a:off x="4220464" y="4764115"/>
            <a:ext cx="33386" cy="621609"/>
          </a:xfrm>
          <a:prstGeom prst="rect">
            <a:avLst/>
          </a:prstGeom>
          <a:solidFill>
            <a:srgbClr val="4F5D6B"/>
          </a:solidFill>
          <a:ln w="12700">
            <a:solidFill>
              <a:srgbClr val="4F5D6B"/>
            </a:solidFill>
            <a:prstDash val="solid"/>
          </a:ln>
        </p:spPr>
      </p:sp>
      <p:sp>
        <p:nvSpPr>
          <p:cNvPr id="63" name="Shape 61"/>
          <p:cNvSpPr/>
          <p:nvPr/>
        </p:nvSpPr>
        <p:spPr>
          <a:xfrm>
            <a:off x="4274312" y="4668561"/>
            <a:ext cx="33386" cy="812719"/>
          </a:xfrm>
          <a:prstGeom prst="rect">
            <a:avLst/>
          </a:prstGeom>
          <a:solidFill>
            <a:srgbClr val="4F5D6B"/>
          </a:solidFill>
          <a:ln w="12700">
            <a:solidFill>
              <a:srgbClr val="4F5D6B"/>
            </a:solidFill>
            <a:prstDash val="solid"/>
          </a:ln>
        </p:spPr>
      </p:sp>
      <p:sp>
        <p:nvSpPr>
          <p:cNvPr id="64" name="Shape 62"/>
          <p:cNvSpPr/>
          <p:nvPr/>
        </p:nvSpPr>
        <p:spPr>
          <a:xfrm>
            <a:off x="4328160" y="4804852"/>
            <a:ext cx="33386" cy="540136"/>
          </a:xfrm>
          <a:prstGeom prst="rect">
            <a:avLst/>
          </a:prstGeom>
          <a:solidFill>
            <a:srgbClr val="4F5D6B"/>
          </a:solidFill>
          <a:ln w="12700">
            <a:solidFill>
              <a:srgbClr val="4F5D6B"/>
            </a:solidFill>
            <a:prstDash val="solid"/>
          </a:ln>
        </p:spPr>
      </p:sp>
      <p:sp>
        <p:nvSpPr>
          <p:cNvPr id="65" name="Shape 63"/>
          <p:cNvSpPr/>
          <p:nvPr/>
        </p:nvSpPr>
        <p:spPr>
          <a:xfrm>
            <a:off x="4382008" y="4923541"/>
            <a:ext cx="33386" cy="302758"/>
          </a:xfrm>
          <a:prstGeom prst="rect">
            <a:avLst/>
          </a:prstGeom>
          <a:solidFill>
            <a:srgbClr val="4F5D6B"/>
          </a:solidFill>
          <a:ln w="12700">
            <a:solidFill>
              <a:srgbClr val="4F5D6B"/>
            </a:solidFill>
            <a:prstDash val="solid"/>
          </a:ln>
        </p:spPr>
      </p:sp>
      <p:sp>
        <p:nvSpPr>
          <p:cNvPr id="66" name="Shape 64"/>
          <p:cNvSpPr/>
          <p:nvPr/>
        </p:nvSpPr>
        <p:spPr>
          <a:xfrm>
            <a:off x="4435856" y="4800829"/>
            <a:ext cx="33386" cy="548183"/>
          </a:xfrm>
          <a:prstGeom prst="rect">
            <a:avLst/>
          </a:prstGeom>
          <a:solidFill>
            <a:srgbClr val="4F5D6B"/>
          </a:solidFill>
          <a:ln w="12700">
            <a:solidFill>
              <a:srgbClr val="4F5D6B"/>
            </a:solidFill>
            <a:prstDash val="solid"/>
          </a:ln>
        </p:spPr>
      </p:sp>
      <p:sp>
        <p:nvSpPr>
          <p:cNvPr id="67" name="Shape 65"/>
          <p:cNvSpPr/>
          <p:nvPr/>
        </p:nvSpPr>
        <p:spPr>
          <a:xfrm>
            <a:off x="4489704" y="4874255"/>
            <a:ext cx="33386" cy="401330"/>
          </a:xfrm>
          <a:prstGeom prst="rect">
            <a:avLst/>
          </a:prstGeom>
          <a:solidFill>
            <a:srgbClr val="4F5D6B"/>
          </a:solidFill>
          <a:ln w="12700">
            <a:solidFill>
              <a:srgbClr val="4F5D6B"/>
            </a:solidFill>
            <a:prstDash val="solid"/>
          </a:ln>
        </p:spPr>
      </p:sp>
      <p:sp>
        <p:nvSpPr>
          <p:cNvPr id="68" name="Shape 66"/>
          <p:cNvSpPr/>
          <p:nvPr/>
        </p:nvSpPr>
        <p:spPr>
          <a:xfrm>
            <a:off x="4543552" y="4788256"/>
            <a:ext cx="33386" cy="573329"/>
          </a:xfrm>
          <a:prstGeom prst="rect">
            <a:avLst/>
          </a:prstGeom>
          <a:solidFill>
            <a:srgbClr val="4F5D6B"/>
          </a:solidFill>
          <a:ln w="12700">
            <a:solidFill>
              <a:srgbClr val="4F5D6B"/>
            </a:solidFill>
            <a:prstDash val="solid"/>
          </a:ln>
        </p:spPr>
      </p:sp>
      <p:sp>
        <p:nvSpPr>
          <p:cNvPr id="69" name="Shape 67"/>
          <p:cNvSpPr/>
          <p:nvPr/>
        </p:nvSpPr>
        <p:spPr>
          <a:xfrm>
            <a:off x="4597400" y="4744502"/>
            <a:ext cx="33386" cy="660837"/>
          </a:xfrm>
          <a:prstGeom prst="rect">
            <a:avLst/>
          </a:prstGeom>
          <a:solidFill>
            <a:srgbClr val="4F5D6B"/>
          </a:solidFill>
          <a:ln w="12700">
            <a:solidFill>
              <a:srgbClr val="4F5D6B"/>
            </a:solidFill>
            <a:prstDash val="solid"/>
          </a:ln>
        </p:spPr>
      </p:sp>
      <p:sp>
        <p:nvSpPr>
          <p:cNvPr id="70" name="Shape 68"/>
          <p:cNvSpPr/>
          <p:nvPr/>
        </p:nvSpPr>
        <p:spPr>
          <a:xfrm>
            <a:off x="4651248" y="4902921"/>
            <a:ext cx="33386" cy="343997"/>
          </a:xfrm>
          <a:prstGeom prst="rect">
            <a:avLst/>
          </a:prstGeom>
          <a:solidFill>
            <a:srgbClr val="4F5D6B"/>
          </a:solidFill>
          <a:ln w="12700">
            <a:solidFill>
              <a:srgbClr val="4F5D6B"/>
            </a:solidFill>
            <a:prstDash val="solid"/>
          </a:ln>
        </p:spPr>
      </p:sp>
      <p:sp>
        <p:nvSpPr>
          <p:cNvPr id="71" name="Shape 69"/>
          <p:cNvSpPr/>
          <p:nvPr/>
        </p:nvSpPr>
        <p:spPr>
          <a:xfrm>
            <a:off x="4705096" y="5052792"/>
            <a:ext cx="33386" cy="44257"/>
          </a:xfrm>
          <a:prstGeom prst="rect">
            <a:avLst/>
          </a:prstGeom>
          <a:solidFill>
            <a:srgbClr val="4F5D6B"/>
          </a:solidFill>
          <a:ln w="12700">
            <a:solidFill>
              <a:srgbClr val="4F5D6B"/>
            </a:solidFill>
            <a:prstDash val="solid"/>
          </a:ln>
        </p:spPr>
      </p:sp>
      <p:sp>
        <p:nvSpPr>
          <p:cNvPr id="72" name="Shape 70"/>
          <p:cNvSpPr/>
          <p:nvPr/>
        </p:nvSpPr>
        <p:spPr>
          <a:xfrm>
            <a:off x="4758944" y="4975342"/>
            <a:ext cx="33386" cy="199156"/>
          </a:xfrm>
          <a:prstGeom prst="rect">
            <a:avLst/>
          </a:prstGeom>
          <a:solidFill>
            <a:srgbClr val="4F5D6B"/>
          </a:solidFill>
          <a:ln w="12700">
            <a:solidFill>
              <a:srgbClr val="4F5D6B"/>
            </a:solidFill>
            <a:prstDash val="solid"/>
          </a:ln>
        </p:spPr>
      </p:sp>
      <p:sp>
        <p:nvSpPr>
          <p:cNvPr id="73" name="Shape 71"/>
          <p:cNvSpPr/>
          <p:nvPr/>
        </p:nvSpPr>
        <p:spPr>
          <a:xfrm>
            <a:off x="4812792" y="4922535"/>
            <a:ext cx="33386" cy="304770"/>
          </a:xfrm>
          <a:prstGeom prst="rect">
            <a:avLst/>
          </a:prstGeom>
          <a:solidFill>
            <a:srgbClr val="4F5D6B"/>
          </a:solidFill>
          <a:ln w="12700">
            <a:solidFill>
              <a:srgbClr val="4F5D6B"/>
            </a:solidFill>
            <a:prstDash val="solid"/>
          </a:ln>
        </p:spPr>
      </p:sp>
      <p:sp>
        <p:nvSpPr>
          <p:cNvPr id="74" name="Shape 72"/>
          <p:cNvSpPr/>
          <p:nvPr/>
        </p:nvSpPr>
        <p:spPr>
          <a:xfrm>
            <a:off x="4866640" y="5054300"/>
            <a:ext cx="33386" cy="41239"/>
          </a:xfrm>
          <a:prstGeom prst="rect">
            <a:avLst/>
          </a:prstGeom>
          <a:solidFill>
            <a:srgbClr val="4F5D6B"/>
          </a:solidFill>
          <a:ln w="12700">
            <a:solidFill>
              <a:srgbClr val="4F5D6B"/>
            </a:solidFill>
            <a:prstDash val="solid"/>
          </a:ln>
        </p:spPr>
      </p:sp>
      <p:sp>
        <p:nvSpPr>
          <p:cNvPr id="75" name="Shape 73"/>
          <p:cNvSpPr/>
          <p:nvPr/>
        </p:nvSpPr>
        <p:spPr>
          <a:xfrm>
            <a:off x="4920488" y="5051283"/>
            <a:ext cx="33386" cy="47274"/>
          </a:xfrm>
          <a:prstGeom prst="rect">
            <a:avLst/>
          </a:prstGeom>
          <a:solidFill>
            <a:srgbClr val="4F5D6B"/>
          </a:solidFill>
          <a:ln w="12700">
            <a:solidFill>
              <a:srgbClr val="4F5D6B"/>
            </a:solidFill>
            <a:prstDash val="solid"/>
          </a:ln>
        </p:spPr>
      </p:sp>
      <p:sp>
        <p:nvSpPr>
          <p:cNvPr id="76" name="Shape 74"/>
          <p:cNvSpPr/>
          <p:nvPr/>
        </p:nvSpPr>
        <p:spPr>
          <a:xfrm>
            <a:off x="4974336" y="4817928"/>
            <a:ext cx="33386" cy="513984"/>
          </a:xfrm>
          <a:prstGeom prst="rect">
            <a:avLst/>
          </a:prstGeom>
          <a:solidFill>
            <a:srgbClr val="4F5D6B"/>
          </a:solidFill>
          <a:ln w="12700">
            <a:solidFill>
              <a:srgbClr val="4F5D6B"/>
            </a:solidFill>
            <a:prstDash val="solid"/>
          </a:ln>
        </p:spPr>
      </p:sp>
      <p:sp>
        <p:nvSpPr>
          <p:cNvPr id="77" name="Shape 75"/>
          <p:cNvSpPr/>
          <p:nvPr/>
        </p:nvSpPr>
        <p:spPr>
          <a:xfrm>
            <a:off x="5028184" y="4830501"/>
            <a:ext cx="33386" cy="488838"/>
          </a:xfrm>
          <a:prstGeom prst="rect">
            <a:avLst/>
          </a:prstGeom>
          <a:solidFill>
            <a:srgbClr val="4F5D6B"/>
          </a:solidFill>
          <a:ln w="12700">
            <a:solidFill>
              <a:srgbClr val="4F5D6B"/>
            </a:solidFill>
            <a:prstDash val="solid"/>
          </a:ln>
        </p:spPr>
      </p:sp>
      <p:sp>
        <p:nvSpPr>
          <p:cNvPr id="78" name="Shape 76"/>
          <p:cNvSpPr/>
          <p:nvPr/>
        </p:nvSpPr>
        <p:spPr>
          <a:xfrm>
            <a:off x="5082032" y="4894372"/>
            <a:ext cx="33386" cy="361097"/>
          </a:xfrm>
          <a:prstGeom prst="rect">
            <a:avLst/>
          </a:prstGeom>
          <a:solidFill>
            <a:srgbClr val="4F5D6B"/>
          </a:solidFill>
          <a:ln w="12700">
            <a:solidFill>
              <a:srgbClr val="4F5D6B"/>
            </a:solidFill>
            <a:prstDash val="solid"/>
          </a:ln>
        </p:spPr>
      </p:sp>
      <p:sp>
        <p:nvSpPr>
          <p:cNvPr id="79" name="Shape 77"/>
          <p:cNvSpPr/>
          <p:nvPr/>
        </p:nvSpPr>
        <p:spPr>
          <a:xfrm>
            <a:off x="5135880" y="4903927"/>
            <a:ext cx="33386" cy="341986"/>
          </a:xfrm>
          <a:prstGeom prst="rect">
            <a:avLst/>
          </a:prstGeom>
          <a:solidFill>
            <a:srgbClr val="4F5D6B"/>
          </a:solidFill>
          <a:ln w="12700">
            <a:solidFill>
              <a:srgbClr val="4F5D6B"/>
            </a:solidFill>
            <a:prstDash val="solid"/>
          </a:ln>
        </p:spPr>
      </p:sp>
      <p:sp>
        <p:nvSpPr>
          <p:cNvPr id="80" name="Shape 78"/>
          <p:cNvSpPr/>
          <p:nvPr/>
        </p:nvSpPr>
        <p:spPr>
          <a:xfrm>
            <a:off x="5189728" y="4896886"/>
            <a:ext cx="33386" cy="356067"/>
          </a:xfrm>
          <a:prstGeom prst="rect">
            <a:avLst/>
          </a:prstGeom>
          <a:solidFill>
            <a:srgbClr val="4F5D6B"/>
          </a:solidFill>
          <a:ln w="12700">
            <a:solidFill>
              <a:srgbClr val="4F5D6B"/>
            </a:solidFill>
            <a:prstDash val="solid"/>
          </a:ln>
        </p:spPr>
      </p:sp>
      <p:sp>
        <p:nvSpPr>
          <p:cNvPr id="81" name="Shape 79"/>
          <p:cNvSpPr/>
          <p:nvPr/>
        </p:nvSpPr>
        <p:spPr>
          <a:xfrm>
            <a:off x="5243576" y="4978359"/>
            <a:ext cx="33386" cy="193121"/>
          </a:xfrm>
          <a:prstGeom prst="rect">
            <a:avLst/>
          </a:prstGeom>
          <a:solidFill>
            <a:srgbClr val="4F5D6B"/>
          </a:solidFill>
          <a:ln w="12700">
            <a:solidFill>
              <a:srgbClr val="4F5D6B"/>
            </a:solidFill>
            <a:prstDash val="solid"/>
          </a:ln>
        </p:spPr>
      </p:sp>
      <p:sp>
        <p:nvSpPr>
          <p:cNvPr id="82" name="Shape 80"/>
          <p:cNvSpPr/>
          <p:nvPr/>
        </p:nvSpPr>
        <p:spPr>
          <a:xfrm>
            <a:off x="5297424" y="5047762"/>
            <a:ext cx="33386" cy="54315"/>
          </a:xfrm>
          <a:prstGeom prst="rect">
            <a:avLst/>
          </a:prstGeom>
          <a:solidFill>
            <a:srgbClr val="4F5D6B"/>
          </a:solidFill>
          <a:ln w="12700">
            <a:solidFill>
              <a:srgbClr val="4F5D6B"/>
            </a:solidFill>
            <a:prstDash val="solid"/>
          </a:ln>
        </p:spPr>
      </p:sp>
      <p:sp>
        <p:nvSpPr>
          <p:cNvPr id="83" name="Shape 81"/>
          <p:cNvSpPr/>
          <p:nvPr/>
        </p:nvSpPr>
        <p:spPr>
          <a:xfrm>
            <a:off x="5351272" y="5063856"/>
            <a:ext cx="33386" cy="22128"/>
          </a:xfrm>
          <a:prstGeom prst="rect">
            <a:avLst/>
          </a:prstGeom>
          <a:solidFill>
            <a:srgbClr val="4F5D6B"/>
          </a:solidFill>
          <a:ln w="12700">
            <a:solidFill>
              <a:srgbClr val="4F5D6B"/>
            </a:solidFill>
            <a:prstDash val="solid"/>
          </a:ln>
        </p:spPr>
      </p:sp>
      <p:sp>
        <p:nvSpPr>
          <p:cNvPr id="84" name="Shape 82"/>
          <p:cNvSpPr/>
          <p:nvPr/>
        </p:nvSpPr>
        <p:spPr>
          <a:xfrm>
            <a:off x="5405120" y="5065776"/>
            <a:ext cx="33386" cy="18288"/>
          </a:xfrm>
          <a:prstGeom prst="rect">
            <a:avLst/>
          </a:prstGeom>
          <a:solidFill>
            <a:srgbClr val="4F5D6B"/>
          </a:solidFill>
          <a:ln w="12700">
            <a:solidFill>
              <a:srgbClr val="4F5D6B"/>
            </a:solidFill>
            <a:prstDash val="solid"/>
          </a:ln>
        </p:spPr>
      </p:sp>
      <p:sp>
        <p:nvSpPr>
          <p:cNvPr id="85" name="Shape 83"/>
          <p:cNvSpPr/>
          <p:nvPr/>
        </p:nvSpPr>
        <p:spPr>
          <a:xfrm>
            <a:off x="5458968" y="5064359"/>
            <a:ext cx="33386" cy="21123"/>
          </a:xfrm>
          <a:prstGeom prst="rect">
            <a:avLst/>
          </a:prstGeom>
          <a:solidFill>
            <a:srgbClr val="4F5D6B"/>
          </a:solidFill>
          <a:ln w="12700">
            <a:solidFill>
              <a:srgbClr val="4F5D6B"/>
            </a:solidFill>
            <a:prstDash val="solid"/>
          </a:ln>
        </p:spPr>
      </p:sp>
      <p:sp>
        <p:nvSpPr>
          <p:cNvPr id="86" name="Shape 84"/>
          <p:cNvSpPr/>
          <p:nvPr/>
        </p:nvSpPr>
        <p:spPr>
          <a:xfrm>
            <a:off x="5512816" y="5065365"/>
            <a:ext cx="33386" cy="19111"/>
          </a:xfrm>
          <a:prstGeom prst="rect">
            <a:avLst/>
          </a:prstGeom>
          <a:solidFill>
            <a:srgbClr val="4F5D6B"/>
          </a:solidFill>
          <a:ln w="12700">
            <a:solidFill>
              <a:srgbClr val="4F5D6B"/>
            </a:solidFill>
            <a:prstDash val="solid"/>
          </a:ln>
        </p:spPr>
      </p:sp>
      <p:sp>
        <p:nvSpPr>
          <p:cNvPr id="87" name="Shape 85"/>
          <p:cNvSpPr/>
          <p:nvPr/>
        </p:nvSpPr>
        <p:spPr>
          <a:xfrm>
            <a:off x="5566664" y="5062347"/>
            <a:ext cx="33386" cy="25146"/>
          </a:xfrm>
          <a:prstGeom prst="rect">
            <a:avLst/>
          </a:prstGeom>
          <a:solidFill>
            <a:srgbClr val="4F5D6B"/>
          </a:solidFill>
          <a:ln w="12700">
            <a:solidFill>
              <a:srgbClr val="4F5D6B"/>
            </a:solidFill>
            <a:prstDash val="solid"/>
          </a:ln>
        </p:spPr>
      </p:sp>
      <p:sp>
        <p:nvSpPr>
          <p:cNvPr id="88" name="Shape 86"/>
          <p:cNvSpPr/>
          <p:nvPr/>
        </p:nvSpPr>
        <p:spPr>
          <a:xfrm>
            <a:off x="5620512" y="5057318"/>
            <a:ext cx="33386" cy="35204"/>
          </a:xfrm>
          <a:prstGeom prst="rect">
            <a:avLst/>
          </a:prstGeom>
          <a:solidFill>
            <a:srgbClr val="4F5D6B"/>
          </a:solidFill>
          <a:ln w="12700">
            <a:solidFill>
              <a:srgbClr val="4F5D6B"/>
            </a:solidFill>
            <a:prstDash val="solid"/>
          </a:ln>
        </p:spPr>
      </p:sp>
      <p:sp>
        <p:nvSpPr>
          <p:cNvPr id="89" name="Shape 87"/>
          <p:cNvSpPr/>
          <p:nvPr/>
        </p:nvSpPr>
        <p:spPr>
          <a:xfrm>
            <a:off x="5674360" y="5060838"/>
            <a:ext cx="33386" cy="28164"/>
          </a:xfrm>
          <a:prstGeom prst="rect">
            <a:avLst/>
          </a:prstGeom>
          <a:solidFill>
            <a:srgbClr val="4F5D6B"/>
          </a:solidFill>
          <a:ln w="12700">
            <a:solidFill>
              <a:srgbClr val="4F5D6B"/>
            </a:solidFill>
            <a:prstDash val="solid"/>
          </a:ln>
        </p:spPr>
      </p:sp>
      <p:sp>
        <p:nvSpPr>
          <p:cNvPr id="90" name="Shape 88"/>
          <p:cNvSpPr/>
          <p:nvPr/>
        </p:nvSpPr>
        <p:spPr>
          <a:xfrm>
            <a:off x="5728208" y="5060838"/>
            <a:ext cx="33386" cy="28164"/>
          </a:xfrm>
          <a:prstGeom prst="rect">
            <a:avLst/>
          </a:prstGeom>
          <a:solidFill>
            <a:srgbClr val="4F5D6B"/>
          </a:solidFill>
          <a:ln w="12700">
            <a:solidFill>
              <a:srgbClr val="4F5D6B"/>
            </a:solidFill>
            <a:prstDash val="solid"/>
          </a:ln>
        </p:spPr>
      </p:sp>
      <p:sp>
        <p:nvSpPr>
          <p:cNvPr id="91" name="Shape 89"/>
          <p:cNvSpPr/>
          <p:nvPr/>
        </p:nvSpPr>
        <p:spPr>
          <a:xfrm>
            <a:off x="5782056" y="5061844"/>
            <a:ext cx="33386" cy="26152"/>
          </a:xfrm>
          <a:prstGeom prst="rect">
            <a:avLst/>
          </a:prstGeom>
          <a:solidFill>
            <a:srgbClr val="4F5D6B"/>
          </a:solidFill>
          <a:ln w="12700">
            <a:solidFill>
              <a:srgbClr val="4F5D6B"/>
            </a:solidFill>
            <a:prstDash val="solid"/>
          </a:ln>
        </p:spPr>
      </p:sp>
      <p:sp>
        <p:nvSpPr>
          <p:cNvPr id="92" name="Shape 90"/>
          <p:cNvSpPr/>
          <p:nvPr/>
        </p:nvSpPr>
        <p:spPr>
          <a:xfrm>
            <a:off x="5835904" y="5053797"/>
            <a:ext cx="33386" cy="42245"/>
          </a:xfrm>
          <a:prstGeom prst="rect">
            <a:avLst/>
          </a:prstGeom>
          <a:solidFill>
            <a:srgbClr val="4F5D6B"/>
          </a:solidFill>
          <a:ln w="12700">
            <a:solidFill>
              <a:srgbClr val="4F5D6B"/>
            </a:solidFill>
            <a:prstDash val="solid"/>
          </a:ln>
        </p:spPr>
      </p:sp>
      <p:sp>
        <p:nvSpPr>
          <p:cNvPr id="93" name="Shape 91"/>
          <p:cNvSpPr/>
          <p:nvPr/>
        </p:nvSpPr>
        <p:spPr>
          <a:xfrm>
            <a:off x="5889752" y="5056312"/>
            <a:ext cx="33386" cy="37216"/>
          </a:xfrm>
          <a:prstGeom prst="rect">
            <a:avLst/>
          </a:prstGeom>
          <a:solidFill>
            <a:srgbClr val="4F5D6B"/>
          </a:solidFill>
          <a:ln w="12700">
            <a:solidFill>
              <a:srgbClr val="4F5D6B"/>
            </a:solidFill>
            <a:prstDash val="solid"/>
          </a:ln>
        </p:spPr>
      </p:sp>
      <p:sp>
        <p:nvSpPr>
          <p:cNvPr id="94" name="Shape 92"/>
          <p:cNvSpPr/>
          <p:nvPr/>
        </p:nvSpPr>
        <p:spPr>
          <a:xfrm>
            <a:off x="6245352" y="5065776"/>
            <a:ext cx="33386" cy="18288"/>
          </a:xfrm>
          <a:prstGeom prst="rect">
            <a:avLst/>
          </a:prstGeom>
          <a:solidFill>
            <a:srgbClr val="A4493D"/>
          </a:solidFill>
          <a:ln w="12700">
            <a:solidFill>
              <a:srgbClr val="A4493D"/>
            </a:solidFill>
            <a:prstDash val="solid"/>
          </a:ln>
        </p:spPr>
      </p:sp>
      <p:sp>
        <p:nvSpPr>
          <p:cNvPr id="95" name="Shape 93"/>
          <p:cNvSpPr/>
          <p:nvPr/>
        </p:nvSpPr>
        <p:spPr>
          <a:xfrm>
            <a:off x="6299200" y="5028148"/>
            <a:ext cx="33386" cy="93543"/>
          </a:xfrm>
          <a:prstGeom prst="rect">
            <a:avLst/>
          </a:prstGeom>
          <a:solidFill>
            <a:srgbClr val="A4493D"/>
          </a:solidFill>
          <a:ln w="12700">
            <a:solidFill>
              <a:srgbClr val="A4493D"/>
            </a:solidFill>
            <a:prstDash val="solid"/>
          </a:ln>
        </p:spPr>
      </p:sp>
      <p:sp>
        <p:nvSpPr>
          <p:cNvPr id="96" name="Shape 94"/>
          <p:cNvSpPr/>
          <p:nvPr/>
        </p:nvSpPr>
        <p:spPr>
          <a:xfrm>
            <a:off x="6353048" y="4903424"/>
            <a:ext cx="33386" cy="342991"/>
          </a:xfrm>
          <a:prstGeom prst="rect">
            <a:avLst/>
          </a:prstGeom>
          <a:solidFill>
            <a:srgbClr val="A4493D"/>
          </a:solidFill>
          <a:ln w="12700">
            <a:solidFill>
              <a:srgbClr val="A4493D"/>
            </a:solidFill>
            <a:prstDash val="solid"/>
          </a:ln>
        </p:spPr>
      </p:sp>
      <p:sp>
        <p:nvSpPr>
          <p:cNvPr id="97" name="Shape 95"/>
          <p:cNvSpPr/>
          <p:nvPr/>
        </p:nvSpPr>
        <p:spPr>
          <a:xfrm>
            <a:off x="6406896" y="4848606"/>
            <a:ext cx="33386" cy="452628"/>
          </a:xfrm>
          <a:prstGeom prst="rect">
            <a:avLst/>
          </a:prstGeom>
          <a:solidFill>
            <a:srgbClr val="A4493D"/>
          </a:solidFill>
          <a:ln w="12700">
            <a:solidFill>
              <a:srgbClr val="A4493D"/>
            </a:solidFill>
            <a:prstDash val="solid"/>
          </a:ln>
        </p:spPr>
      </p:sp>
      <p:sp>
        <p:nvSpPr>
          <p:cNvPr id="98" name="Shape 96"/>
          <p:cNvSpPr/>
          <p:nvPr/>
        </p:nvSpPr>
        <p:spPr>
          <a:xfrm>
            <a:off x="6460744" y="4867214"/>
            <a:ext cx="33386" cy="415412"/>
          </a:xfrm>
          <a:prstGeom prst="rect">
            <a:avLst/>
          </a:prstGeom>
          <a:solidFill>
            <a:srgbClr val="A4493D"/>
          </a:solidFill>
          <a:ln w="12700">
            <a:solidFill>
              <a:srgbClr val="A4493D"/>
            </a:solidFill>
            <a:prstDash val="solid"/>
          </a:ln>
        </p:spPr>
      </p:sp>
      <p:sp>
        <p:nvSpPr>
          <p:cNvPr id="99" name="Shape 97"/>
          <p:cNvSpPr/>
          <p:nvPr/>
        </p:nvSpPr>
        <p:spPr>
          <a:xfrm>
            <a:off x="6514592" y="4954219"/>
            <a:ext cx="33386" cy="241402"/>
          </a:xfrm>
          <a:prstGeom prst="rect">
            <a:avLst/>
          </a:prstGeom>
          <a:solidFill>
            <a:srgbClr val="A4493D"/>
          </a:solidFill>
          <a:ln w="12700">
            <a:solidFill>
              <a:srgbClr val="A4493D"/>
            </a:solidFill>
            <a:prstDash val="solid"/>
          </a:ln>
        </p:spPr>
      </p:sp>
      <p:sp>
        <p:nvSpPr>
          <p:cNvPr id="100" name="Shape 98"/>
          <p:cNvSpPr/>
          <p:nvPr/>
        </p:nvSpPr>
        <p:spPr>
          <a:xfrm>
            <a:off x="6568440" y="5008032"/>
            <a:ext cx="33386" cy="133777"/>
          </a:xfrm>
          <a:prstGeom prst="rect">
            <a:avLst/>
          </a:prstGeom>
          <a:solidFill>
            <a:srgbClr val="A4493D"/>
          </a:solidFill>
          <a:ln w="12700">
            <a:solidFill>
              <a:srgbClr val="A4493D"/>
            </a:solidFill>
            <a:prstDash val="solid"/>
          </a:ln>
        </p:spPr>
      </p:sp>
      <p:sp>
        <p:nvSpPr>
          <p:cNvPr id="101" name="Shape 99"/>
          <p:cNvSpPr/>
          <p:nvPr/>
        </p:nvSpPr>
        <p:spPr>
          <a:xfrm>
            <a:off x="6622288" y="4864699"/>
            <a:ext cx="33386" cy="420441"/>
          </a:xfrm>
          <a:prstGeom prst="rect">
            <a:avLst/>
          </a:prstGeom>
          <a:solidFill>
            <a:srgbClr val="A4493D"/>
          </a:solidFill>
          <a:ln w="12700">
            <a:solidFill>
              <a:srgbClr val="A4493D"/>
            </a:solidFill>
            <a:prstDash val="solid"/>
          </a:ln>
        </p:spPr>
      </p:sp>
      <p:sp>
        <p:nvSpPr>
          <p:cNvPr id="102" name="Shape 100"/>
          <p:cNvSpPr/>
          <p:nvPr/>
        </p:nvSpPr>
        <p:spPr>
          <a:xfrm>
            <a:off x="6676136" y="4797308"/>
            <a:ext cx="33386" cy="555224"/>
          </a:xfrm>
          <a:prstGeom prst="rect">
            <a:avLst/>
          </a:prstGeom>
          <a:solidFill>
            <a:srgbClr val="A4493D"/>
          </a:solidFill>
          <a:ln w="12700">
            <a:solidFill>
              <a:srgbClr val="A4493D"/>
            </a:solidFill>
            <a:prstDash val="solid"/>
          </a:ln>
        </p:spPr>
      </p:sp>
      <p:sp>
        <p:nvSpPr>
          <p:cNvPr id="103" name="Shape 101"/>
          <p:cNvSpPr/>
          <p:nvPr/>
        </p:nvSpPr>
        <p:spPr>
          <a:xfrm>
            <a:off x="6729984" y="4922535"/>
            <a:ext cx="33386" cy="304770"/>
          </a:xfrm>
          <a:prstGeom prst="rect">
            <a:avLst/>
          </a:prstGeom>
          <a:solidFill>
            <a:srgbClr val="A4493D"/>
          </a:solidFill>
          <a:ln w="12700">
            <a:solidFill>
              <a:srgbClr val="A4493D"/>
            </a:solidFill>
            <a:prstDash val="solid"/>
          </a:ln>
        </p:spPr>
      </p:sp>
      <p:sp>
        <p:nvSpPr>
          <p:cNvPr id="104" name="Shape 102"/>
          <p:cNvSpPr/>
          <p:nvPr/>
        </p:nvSpPr>
        <p:spPr>
          <a:xfrm>
            <a:off x="6783832" y="4995962"/>
            <a:ext cx="33386" cy="157917"/>
          </a:xfrm>
          <a:prstGeom prst="rect">
            <a:avLst/>
          </a:prstGeom>
          <a:solidFill>
            <a:srgbClr val="A4493D"/>
          </a:solidFill>
          <a:ln w="12700">
            <a:solidFill>
              <a:srgbClr val="A4493D"/>
            </a:solidFill>
            <a:prstDash val="solid"/>
          </a:ln>
        </p:spPr>
      </p:sp>
      <p:sp>
        <p:nvSpPr>
          <p:cNvPr id="105" name="Shape 103"/>
          <p:cNvSpPr/>
          <p:nvPr/>
        </p:nvSpPr>
        <p:spPr>
          <a:xfrm>
            <a:off x="6837680" y="4959248"/>
            <a:ext cx="33386" cy="231343"/>
          </a:xfrm>
          <a:prstGeom prst="rect">
            <a:avLst/>
          </a:prstGeom>
          <a:solidFill>
            <a:srgbClr val="A4493D"/>
          </a:solidFill>
          <a:ln w="12700">
            <a:solidFill>
              <a:srgbClr val="A4493D"/>
            </a:solidFill>
            <a:prstDash val="solid"/>
          </a:ln>
        </p:spPr>
      </p:sp>
      <p:sp>
        <p:nvSpPr>
          <p:cNvPr id="106" name="Shape 104"/>
          <p:cNvSpPr/>
          <p:nvPr/>
        </p:nvSpPr>
        <p:spPr>
          <a:xfrm>
            <a:off x="6891528" y="4862688"/>
            <a:ext cx="33386" cy="424464"/>
          </a:xfrm>
          <a:prstGeom prst="rect">
            <a:avLst/>
          </a:prstGeom>
          <a:solidFill>
            <a:srgbClr val="A4493D"/>
          </a:solidFill>
          <a:ln w="12700">
            <a:solidFill>
              <a:srgbClr val="A4493D"/>
            </a:solidFill>
            <a:prstDash val="solid"/>
          </a:ln>
        </p:spPr>
      </p:sp>
      <p:sp>
        <p:nvSpPr>
          <p:cNvPr id="107" name="Shape 105"/>
          <p:cNvSpPr/>
          <p:nvPr/>
        </p:nvSpPr>
        <p:spPr>
          <a:xfrm>
            <a:off x="6945376" y="4798817"/>
            <a:ext cx="33386" cy="552206"/>
          </a:xfrm>
          <a:prstGeom prst="rect">
            <a:avLst/>
          </a:prstGeom>
          <a:solidFill>
            <a:srgbClr val="A4493D"/>
          </a:solidFill>
          <a:ln w="12700">
            <a:solidFill>
              <a:srgbClr val="A4493D"/>
            </a:solidFill>
            <a:prstDash val="solid"/>
          </a:ln>
        </p:spPr>
      </p:sp>
      <p:sp>
        <p:nvSpPr>
          <p:cNvPr id="108" name="Shape 106"/>
          <p:cNvSpPr/>
          <p:nvPr/>
        </p:nvSpPr>
        <p:spPr>
          <a:xfrm>
            <a:off x="6999224" y="4784735"/>
            <a:ext cx="33386" cy="580370"/>
          </a:xfrm>
          <a:prstGeom prst="rect">
            <a:avLst/>
          </a:prstGeom>
          <a:solidFill>
            <a:srgbClr val="A4493D"/>
          </a:solidFill>
          <a:ln w="12700">
            <a:solidFill>
              <a:srgbClr val="A4493D"/>
            </a:solidFill>
            <a:prstDash val="solid"/>
          </a:ln>
        </p:spPr>
      </p:sp>
      <p:sp>
        <p:nvSpPr>
          <p:cNvPr id="109" name="Shape 107"/>
          <p:cNvSpPr/>
          <p:nvPr/>
        </p:nvSpPr>
        <p:spPr>
          <a:xfrm>
            <a:off x="7053072" y="4730923"/>
            <a:ext cx="33386" cy="687995"/>
          </a:xfrm>
          <a:prstGeom prst="rect">
            <a:avLst/>
          </a:prstGeom>
          <a:solidFill>
            <a:srgbClr val="A4493D"/>
          </a:solidFill>
          <a:ln w="12700">
            <a:solidFill>
              <a:srgbClr val="A4493D"/>
            </a:solidFill>
            <a:prstDash val="solid"/>
          </a:ln>
        </p:spPr>
      </p:sp>
      <p:sp>
        <p:nvSpPr>
          <p:cNvPr id="110" name="Shape 108"/>
          <p:cNvSpPr/>
          <p:nvPr/>
        </p:nvSpPr>
        <p:spPr>
          <a:xfrm>
            <a:off x="7106920" y="4870734"/>
            <a:ext cx="33386" cy="408371"/>
          </a:xfrm>
          <a:prstGeom prst="rect">
            <a:avLst/>
          </a:prstGeom>
          <a:solidFill>
            <a:srgbClr val="A4493D"/>
          </a:solidFill>
          <a:ln w="12700">
            <a:solidFill>
              <a:srgbClr val="A4493D"/>
            </a:solidFill>
            <a:prstDash val="solid"/>
          </a:ln>
        </p:spPr>
      </p:sp>
      <p:sp>
        <p:nvSpPr>
          <p:cNvPr id="111" name="Shape 109"/>
          <p:cNvSpPr/>
          <p:nvPr/>
        </p:nvSpPr>
        <p:spPr>
          <a:xfrm>
            <a:off x="7160768" y="5041224"/>
            <a:ext cx="33386" cy="67391"/>
          </a:xfrm>
          <a:prstGeom prst="rect">
            <a:avLst/>
          </a:prstGeom>
          <a:solidFill>
            <a:srgbClr val="A4493D"/>
          </a:solidFill>
          <a:ln w="12700">
            <a:solidFill>
              <a:srgbClr val="A4493D"/>
            </a:solidFill>
            <a:prstDash val="solid"/>
          </a:ln>
        </p:spPr>
      </p:sp>
      <p:sp>
        <p:nvSpPr>
          <p:cNvPr id="112" name="Shape 110"/>
          <p:cNvSpPr/>
          <p:nvPr/>
        </p:nvSpPr>
        <p:spPr>
          <a:xfrm>
            <a:off x="7214616" y="5065365"/>
            <a:ext cx="33386" cy="19111"/>
          </a:xfrm>
          <a:prstGeom prst="rect">
            <a:avLst/>
          </a:prstGeom>
          <a:solidFill>
            <a:srgbClr val="A4493D"/>
          </a:solidFill>
          <a:ln w="12700">
            <a:solidFill>
              <a:srgbClr val="A4493D"/>
            </a:solidFill>
            <a:prstDash val="solid"/>
          </a:ln>
        </p:spPr>
      </p:sp>
      <p:sp>
        <p:nvSpPr>
          <p:cNvPr id="113" name="Shape 111"/>
          <p:cNvSpPr/>
          <p:nvPr/>
        </p:nvSpPr>
        <p:spPr>
          <a:xfrm>
            <a:off x="7268464" y="5035692"/>
            <a:ext cx="33386" cy="78456"/>
          </a:xfrm>
          <a:prstGeom prst="rect">
            <a:avLst/>
          </a:prstGeom>
          <a:solidFill>
            <a:srgbClr val="A4493D"/>
          </a:solidFill>
          <a:ln w="12700">
            <a:solidFill>
              <a:srgbClr val="A4493D"/>
            </a:solidFill>
            <a:prstDash val="solid"/>
          </a:ln>
        </p:spPr>
      </p:sp>
      <p:sp>
        <p:nvSpPr>
          <p:cNvPr id="114" name="Shape 112"/>
          <p:cNvSpPr/>
          <p:nvPr/>
        </p:nvSpPr>
        <p:spPr>
          <a:xfrm>
            <a:off x="7322312" y="5017084"/>
            <a:ext cx="33386" cy="115672"/>
          </a:xfrm>
          <a:prstGeom prst="rect">
            <a:avLst/>
          </a:prstGeom>
          <a:solidFill>
            <a:srgbClr val="A4493D"/>
          </a:solidFill>
          <a:ln w="12700">
            <a:solidFill>
              <a:srgbClr val="A4493D"/>
            </a:solidFill>
            <a:prstDash val="solid"/>
          </a:ln>
        </p:spPr>
      </p:sp>
      <p:sp>
        <p:nvSpPr>
          <p:cNvPr id="115" name="Shape 113"/>
          <p:cNvSpPr/>
          <p:nvPr/>
        </p:nvSpPr>
        <p:spPr>
          <a:xfrm>
            <a:off x="7376160" y="4906945"/>
            <a:ext cx="33386" cy="335951"/>
          </a:xfrm>
          <a:prstGeom prst="rect">
            <a:avLst/>
          </a:prstGeom>
          <a:solidFill>
            <a:srgbClr val="A4493D"/>
          </a:solidFill>
          <a:ln w="12700">
            <a:solidFill>
              <a:srgbClr val="A4493D"/>
            </a:solidFill>
            <a:prstDash val="solid"/>
          </a:ln>
        </p:spPr>
      </p:sp>
      <p:sp>
        <p:nvSpPr>
          <p:cNvPr id="116" name="Shape 114"/>
          <p:cNvSpPr/>
          <p:nvPr/>
        </p:nvSpPr>
        <p:spPr>
          <a:xfrm>
            <a:off x="7430008" y="4880290"/>
            <a:ext cx="33386" cy="389260"/>
          </a:xfrm>
          <a:prstGeom prst="rect">
            <a:avLst/>
          </a:prstGeom>
          <a:solidFill>
            <a:srgbClr val="A4493D"/>
          </a:solidFill>
          <a:ln w="12700">
            <a:solidFill>
              <a:srgbClr val="A4493D"/>
            </a:solidFill>
            <a:prstDash val="solid"/>
          </a:ln>
        </p:spPr>
      </p:sp>
      <p:sp>
        <p:nvSpPr>
          <p:cNvPr id="117" name="Shape 115"/>
          <p:cNvSpPr/>
          <p:nvPr/>
        </p:nvSpPr>
        <p:spPr>
          <a:xfrm>
            <a:off x="7483856" y="4828489"/>
            <a:ext cx="33386" cy="492862"/>
          </a:xfrm>
          <a:prstGeom prst="rect">
            <a:avLst/>
          </a:prstGeom>
          <a:solidFill>
            <a:srgbClr val="A4493D"/>
          </a:solidFill>
          <a:ln w="12700">
            <a:solidFill>
              <a:srgbClr val="A4493D"/>
            </a:solidFill>
            <a:prstDash val="solid"/>
          </a:ln>
        </p:spPr>
      </p:sp>
      <p:sp>
        <p:nvSpPr>
          <p:cNvPr id="118" name="Shape 116"/>
          <p:cNvSpPr/>
          <p:nvPr/>
        </p:nvSpPr>
        <p:spPr>
          <a:xfrm>
            <a:off x="7537704" y="4916500"/>
            <a:ext cx="33386" cy="316840"/>
          </a:xfrm>
          <a:prstGeom prst="rect">
            <a:avLst/>
          </a:prstGeom>
          <a:solidFill>
            <a:srgbClr val="A4493D"/>
          </a:solidFill>
          <a:ln w="12700">
            <a:solidFill>
              <a:srgbClr val="A4493D"/>
            </a:solidFill>
            <a:prstDash val="solid"/>
          </a:ln>
        </p:spPr>
      </p:sp>
      <p:sp>
        <p:nvSpPr>
          <p:cNvPr id="119" name="Shape 117"/>
          <p:cNvSpPr/>
          <p:nvPr/>
        </p:nvSpPr>
        <p:spPr>
          <a:xfrm>
            <a:off x="7591552" y="5053294"/>
            <a:ext cx="33386" cy="43251"/>
          </a:xfrm>
          <a:prstGeom prst="rect">
            <a:avLst/>
          </a:prstGeom>
          <a:solidFill>
            <a:srgbClr val="A4493D"/>
          </a:solidFill>
          <a:ln w="12700">
            <a:solidFill>
              <a:srgbClr val="A4493D"/>
            </a:solidFill>
            <a:prstDash val="solid"/>
          </a:ln>
        </p:spPr>
      </p:sp>
      <p:sp>
        <p:nvSpPr>
          <p:cNvPr id="120" name="Shape 118"/>
          <p:cNvSpPr/>
          <p:nvPr/>
        </p:nvSpPr>
        <p:spPr>
          <a:xfrm>
            <a:off x="7645400" y="5056312"/>
            <a:ext cx="33386" cy="37216"/>
          </a:xfrm>
          <a:prstGeom prst="rect">
            <a:avLst/>
          </a:prstGeom>
          <a:solidFill>
            <a:srgbClr val="A4493D"/>
          </a:solidFill>
          <a:ln w="12700">
            <a:solidFill>
              <a:srgbClr val="A4493D"/>
            </a:solidFill>
            <a:prstDash val="solid"/>
          </a:ln>
        </p:spPr>
      </p:sp>
      <p:sp>
        <p:nvSpPr>
          <p:cNvPr id="121" name="Shape 119"/>
          <p:cNvSpPr/>
          <p:nvPr/>
        </p:nvSpPr>
        <p:spPr>
          <a:xfrm>
            <a:off x="7699248" y="5042230"/>
            <a:ext cx="33386" cy="65380"/>
          </a:xfrm>
          <a:prstGeom prst="rect">
            <a:avLst/>
          </a:prstGeom>
          <a:solidFill>
            <a:srgbClr val="A4493D"/>
          </a:solidFill>
          <a:ln w="12700">
            <a:solidFill>
              <a:srgbClr val="A4493D"/>
            </a:solidFill>
            <a:prstDash val="solid"/>
          </a:ln>
        </p:spPr>
      </p:sp>
      <p:sp>
        <p:nvSpPr>
          <p:cNvPr id="122" name="Shape 120"/>
          <p:cNvSpPr/>
          <p:nvPr/>
        </p:nvSpPr>
        <p:spPr>
          <a:xfrm>
            <a:off x="7753096" y="4972324"/>
            <a:ext cx="33386" cy="205191"/>
          </a:xfrm>
          <a:prstGeom prst="rect">
            <a:avLst/>
          </a:prstGeom>
          <a:solidFill>
            <a:srgbClr val="A4493D"/>
          </a:solidFill>
          <a:ln w="12700">
            <a:solidFill>
              <a:srgbClr val="A4493D"/>
            </a:solidFill>
            <a:prstDash val="solid"/>
          </a:ln>
        </p:spPr>
      </p:sp>
      <p:sp>
        <p:nvSpPr>
          <p:cNvPr id="123" name="Shape 121"/>
          <p:cNvSpPr/>
          <p:nvPr/>
        </p:nvSpPr>
        <p:spPr>
          <a:xfrm>
            <a:off x="7806944" y="4789764"/>
            <a:ext cx="33386" cy="570311"/>
          </a:xfrm>
          <a:prstGeom prst="rect">
            <a:avLst/>
          </a:prstGeom>
          <a:solidFill>
            <a:srgbClr val="A4493D"/>
          </a:solidFill>
          <a:ln w="12700">
            <a:solidFill>
              <a:srgbClr val="A4493D"/>
            </a:solidFill>
            <a:prstDash val="solid"/>
          </a:ln>
        </p:spPr>
      </p:sp>
      <p:sp>
        <p:nvSpPr>
          <p:cNvPr id="124" name="Shape 122"/>
          <p:cNvSpPr/>
          <p:nvPr/>
        </p:nvSpPr>
        <p:spPr>
          <a:xfrm>
            <a:off x="7860792" y="4803846"/>
            <a:ext cx="33386" cy="542148"/>
          </a:xfrm>
          <a:prstGeom prst="rect">
            <a:avLst/>
          </a:prstGeom>
          <a:solidFill>
            <a:srgbClr val="A4493D"/>
          </a:solidFill>
          <a:ln w="12700">
            <a:solidFill>
              <a:srgbClr val="A4493D"/>
            </a:solidFill>
            <a:prstDash val="solid"/>
          </a:ln>
        </p:spPr>
      </p:sp>
      <p:sp>
        <p:nvSpPr>
          <p:cNvPr id="125" name="Shape 123"/>
          <p:cNvSpPr/>
          <p:nvPr/>
        </p:nvSpPr>
        <p:spPr>
          <a:xfrm>
            <a:off x="7914640" y="4855144"/>
            <a:ext cx="33386" cy="439552"/>
          </a:xfrm>
          <a:prstGeom prst="rect">
            <a:avLst/>
          </a:prstGeom>
          <a:solidFill>
            <a:srgbClr val="A4493D"/>
          </a:solidFill>
          <a:ln w="12700">
            <a:solidFill>
              <a:srgbClr val="A4493D"/>
            </a:solidFill>
            <a:prstDash val="solid"/>
          </a:ln>
        </p:spPr>
      </p:sp>
      <p:sp>
        <p:nvSpPr>
          <p:cNvPr id="126" name="Shape 124"/>
          <p:cNvSpPr/>
          <p:nvPr/>
        </p:nvSpPr>
        <p:spPr>
          <a:xfrm>
            <a:off x="7968488" y="4946172"/>
            <a:ext cx="33386" cy="257495"/>
          </a:xfrm>
          <a:prstGeom prst="rect">
            <a:avLst/>
          </a:prstGeom>
          <a:solidFill>
            <a:srgbClr val="A4493D"/>
          </a:solidFill>
          <a:ln w="12700">
            <a:solidFill>
              <a:srgbClr val="A4493D"/>
            </a:solidFill>
            <a:prstDash val="solid"/>
          </a:ln>
        </p:spPr>
      </p:sp>
      <p:sp>
        <p:nvSpPr>
          <p:cNvPr id="127" name="Shape 125"/>
          <p:cNvSpPr/>
          <p:nvPr/>
        </p:nvSpPr>
        <p:spPr>
          <a:xfrm>
            <a:off x="8022336" y="5065776"/>
            <a:ext cx="33386" cy="18288"/>
          </a:xfrm>
          <a:prstGeom prst="rect">
            <a:avLst/>
          </a:prstGeom>
          <a:solidFill>
            <a:srgbClr val="A4493D"/>
          </a:solidFill>
          <a:ln w="12700">
            <a:solidFill>
              <a:srgbClr val="A4493D"/>
            </a:solidFill>
            <a:prstDash val="solid"/>
          </a:ln>
        </p:spPr>
      </p:sp>
      <p:sp>
        <p:nvSpPr>
          <p:cNvPr id="128" name="Shape 126"/>
          <p:cNvSpPr/>
          <p:nvPr/>
        </p:nvSpPr>
        <p:spPr>
          <a:xfrm>
            <a:off x="8076184" y="5054300"/>
            <a:ext cx="33386" cy="41239"/>
          </a:xfrm>
          <a:prstGeom prst="rect">
            <a:avLst/>
          </a:prstGeom>
          <a:solidFill>
            <a:srgbClr val="A4493D"/>
          </a:solidFill>
          <a:ln w="12700">
            <a:solidFill>
              <a:srgbClr val="A4493D"/>
            </a:solidFill>
            <a:prstDash val="solid"/>
          </a:ln>
        </p:spPr>
      </p:sp>
      <p:sp>
        <p:nvSpPr>
          <p:cNvPr id="129" name="Shape 127"/>
          <p:cNvSpPr/>
          <p:nvPr/>
        </p:nvSpPr>
        <p:spPr>
          <a:xfrm>
            <a:off x="8130032" y="5059329"/>
            <a:ext cx="33386" cy="31181"/>
          </a:xfrm>
          <a:prstGeom prst="rect">
            <a:avLst/>
          </a:prstGeom>
          <a:solidFill>
            <a:srgbClr val="A4493D"/>
          </a:solidFill>
          <a:ln w="12700">
            <a:solidFill>
              <a:srgbClr val="A4493D"/>
            </a:solidFill>
            <a:prstDash val="solid"/>
          </a:ln>
        </p:spPr>
      </p:sp>
      <p:sp>
        <p:nvSpPr>
          <p:cNvPr id="130" name="Shape 128"/>
          <p:cNvSpPr/>
          <p:nvPr/>
        </p:nvSpPr>
        <p:spPr>
          <a:xfrm>
            <a:off x="8183880" y="4981880"/>
            <a:ext cx="33386" cy="186080"/>
          </a:xfrm>
          <a:prstGeom prst="rect">
            <a:avLst/>
          </a:prstGeom>
          <a:solidFill>
            <a:srgbClr val="A4493D"/>
          </a:solidFill>
          <a:ln w="12700">
            <a:solidFill>
              <a:srgbClr val="A4493D"/>
            </a:solidFill>
            <a:prstDash val="solid"/>
          </a:ln>
        </p:spPr>
      </p:sp>
      <p:sp>
        <p:nvSpPr>
          <p:cNvPr id="131" name="Shape 129"/>
          <p:cNvSpPr/>
          <p:nvPr/>
        </p:nvSpPr>
        <p:spPr>
          <a:xfrm>
            <a:off x="8237728" y="4861682"/>
            <a:ext cx="33386" cy="426476"/>
          </a:xfrm>
          <a:prstGeom prst="rect">
            <a:avLst/>
          </a:prstGeom>
          <a:solidFill>
            <a:srgbClr val="A4493D"/>
          </a:solidFill>
          <a:ln w="12700">
            <a:solidFill>
              <a:srgbClr val="A4493D"/>
            </a:solidFill>
            <a:prstDash val="solid"/>
          </a:ln>
        </p:spPr>
      </p:sp>
      <p:sp>
        <p:nvSpPr>
          <p:cNvPr id="132" name="Shape 130"/>
          <p:cNvSpPr/>
          <p:nvPr/>
        </p:nvSpPr>
        <p:spPr>
          <a:xfrm>
            <a:off x="8291576" y="4864197"/>
            <a:ext cx="33386" cy="421447"/>
          </a:xfrm>
          <a:prstGeom prst="rect">
            <a:avLst/>
          </a:prstGeom>
          <a:solidFill>
            <a:srgbClr val="A4493D"/>
          </a:solidFill>
          <a:ln w="12700">
            <a:solidFill>
              <a:srgbClr val="A4493D"/>
            </a:solidFill>
            <a:prstDash val="solid"/>
          </a:ln>
        </p:spPr>
      </p:sp>
      <p:sp>
        <p:nvSpPr>
          <p:cNvPr id="133" name="Shape 131"/>
          <p:cNvSpPr/>
          <p:nvPr/>
        </p:nvSpPr>
        <p:spPr>
          <a:xfrm>
            <a:off x="8345424" y="4969307"/>
            <a:ext cx="33386" cy="211226"/>
          </a:xfrm>
          <a:prstGeom prst="rect">
            <a:avLst/>
          </a:prstGeom>
          <a:solidFill>
            <a:srgbClr val="A4493D"/>
          </a:solidFill>
          <a:ln w="12700">
            <a:solidFill>
              <a:srgbClr val="A4493D"/>
            </a:solidFill>
            <a:prstDash val="solid"/>
          </a:ln>
        </p:spPr>
      </p:sp>
      <p:sp>
        <p:nvSpPr>
          <p:cNvPr id="134" name="Shape 132"/>
          <p:cNvSpPr/>
          <p:nvPr/>
        </p:nvSpPr>
        <p:spPr>
          <a:xfrm>
            <a:off x="8399272" y="5003002"/>
            <a:ext cx="33386" cy="143835"/>
          </a:xfrm>
          <a:prstGeom prst="rect">
            <a:avLst/>
          </a:prstGeom>
          <a:solidFill>
            <a:srgbClr val="A4493D"/>
          </a:solidFill>
          <a:ln w="12700">
            <a:solidFill>
              <a:srgbClr val="A4493D"/>
            </a:solidFill>
            <a:prstDash val="solid"/>
          </a:ln>
        </p:spPr>
      </p:sp>
      <p:sp>
        <p:nvSpPr>
          <p:cNvPr id="135" name="Shape 133"/>
          <p:cNvSpPr/>
          <p:nvPr/>
        </p:nvSpPr>
        <p:spPr>
          <a:xfrm>
            <a:off x="8453120" y="4904430"/>
            <a:ext cx="33386" cy="340980"/>
          </a:xfrm>
          <a:prstGeom prst="rect">
            <a:avLst/>
          </a:prstGeom>
          <a:solidFill>
            <a:srgbClr val="A4493D"/>
          </a:solidFill>
          <a:ln w="12700">
            <a:solidFill>
              <a:srgbClr val="A4493D"/>
            </a:solidFill>
            <a:prstDash val="solid"/>
          </a:ln>
        </p:spPr>
      </p:sp>
      <p:sp>
        <p:nvSpPr>
          <p:cNvPr id="136" name="Shape 134"/>
          <p:cNvSpPr/>
          <p:nvPr/>
        </p:nvSpPr>
        <p:spPr>
          <a:xfrm>
            <a:off x="8506968" y="4848103"/>
            <a:ext cx="33386" cy="453634"/>
          </a:xfrm>
          <a:prstGeom prst="rect">
            <a:avLst/>
          </a:prstGeom>
          <a:solidFill>
            <a:srgbClr val="A4493D"/>
          </a:solidFill>
          <a:ln w="12700">
            <a:solidFill>
              <a:srgbClr val="A4493D"/>
            </a:solidFill>
            <a:prstDash val="solid"/>
          </a:ln>
        </p:spPr>
      </p:sp>
      <p:sp>
        <p:nvSpPr>
          <p:cNvPr id="137" name="Shape 135"/>
          <p:cNvSpPr/>
          <p:nvPr/>
        </p:nvSpPr>
        <p:spPr>
          <a:xfrm>
            <a:off x="8560816" y="4862185"/>
            <a:ext cx="33386" cy="425470"/>
          </a:xfrm>
          <a:prstGeom prst="rect">
            <a:avLst/>
          </a:prstGeom>
          <a:solidFill>
            <a:srgbClr val="A4493D"/>
          </a:solidFill>
          <a:ln w="12700">
            <a:solidFill>
              <a:srgbClr val="A4493D"/>
            </a:solidFill>
            <a:prstDash val="solid"/>
          </a:ln>
        </p:spPr>
      </p:sp>
      <p:sp>
        <p:nvSpPr>
          <p:cNvPr id="138" name="Shape 136"/>
          <p:cNvSpPr/>
          <p:nvPr/>
        </p:nvSpPr>
        <p:spPr>
          <a:xfrm>
            <a:off x="8614664" y="4891354"/>
            <a:ext cx="33386" cy="367132"/>
          </a:xfrm>
          <a:prstGeom prst="rect">
            <a:avLst/>
          </a:prstGeom>
          <a:solidFill>
            <a:srgbClr val="A4493D"/>
          </a:solidFill>
          <a:ln w="12700">
            <a:solidFill>
              <a:srgbClr val="A4493D"/>
            </a:solidFill>
            <a:prstDash val="solid"/>
          </a:ln>
        </p:spPr>
      </p:sp>
      <p:sp>
        <p:nvSpPr>
          <p:cNvPr id="139" name="Shape 137"/>
          <p:cNvSpPr/>
          <p:nvPr/>
        </p:nvSpPr>
        <p:spPr>
          <a:xfrm>
            <a:off x="8668512" y="4856653"/>
            <a:ext cx="33386" cy="436535"/>
          </a:xfrm>
          <a:prstGeom prst="rect">
            <a:avLst/>
          </a:prstGeom>
          <a:solidFill>
            <a:srgbClr val="A4493D"/>
          </a:solidFill>
          <a:ln w="12700">
            <a:solidFill>
              <a:srgbClr val="A4493D"/>
            </a:solidFill>
            <a:prstDash val="solid"/>
          </a:ln>
        </p:spPr>
      </p:sp>
      <p:sp>
        <p:nvSpPr>
          <p:cNvPr id="140" name="Shape 138"/>
          <p:cNvSpPr/>
          <p:nvPr/>
        </p:nvSpPr>
        <p:spPr>
          <a:xfrm>
            <a:off x="8722360" y="4841565"/>
            <a:ext cx="33386" cy="466710"/>
          </a:xfrm>
          <a:prstGeom prst="rect">
            <a:avLst/>
          </a:prstGeom>
          <a:solidFill>
            <a:srgbClr val="A4493D"/>
          </a:solidFill>
          <a:ln w="12700">
            <a:solidFill>
              <a:srgbClr val="A4493D"/>
            </a:solidFill>
            <a:prstDash val="solid"/>
          </a:ln>
        </p:spPr>
      </p:sp>
      <p:sp>
        <p:nvSpPr>
          <p:cNvPr id="141" name="Shape 139"/>
          <p:cNvSpPr/>
          <p:nvPr/>
        </p:nvSpPr>
        <p:spPr>
          <a:xfrm>
            <a:off x="8776208" y="4848606"/>
            <a:ext cx="33386" cy="452628"/>
          </a:xfrm>
          <a:prstGeom prst="rect">
            <a:avLst/>
          </a:prstGeom>
          <a:solidFill>
            <a:srgbClr val="A4493D"/>
          </a:solidFill>
          <a:ln w="12700">
            <a:solidFill>
              <a:srgbClr val="A4493D"/>
            </a:solidFill>
            <a:prstDash val="solid"/>
          </a:ln>
        </p:spPr>
      </p:sp>
      <p:sp>
        <p:nvSpPr>
          <p:cNvPr id="142" name="Shape 140"/>
          <p:cNvSpPr/>
          <p:nvPr/>
        </p:nvSpPr>
        <p:spPr>
          <a:xfrm>
            <a:off x="8830056" y="4867214"/>
            <a:ext cx="33386" cy="415412"/>
          </a:xfrm>
          <a:prstGeom prst="rect">
            <a:avLst/>
          </a:prstGeom>
          <a:solidFill>
            <a:srgbClr val="A4493D"/>
          </a:solidFill>
          <a:ln w="12700">
            <a:solidFill>
              <a:srgbClr val="A4493D"/>
            </a:solidFill>
            <a:prstDash val="solid"/>
          </a:ln>
        </p:spPr>
      </p:sp>
      <p:sp>
        <p:nvSpPr>
          <p:cNvPr id="143" name="Shape 141"/>
          <p:cNvSpPr/>
          <p:nvPr/>
        </p:nvSpPr>
        <p:spPr>
          <a:xfrm>
            <a:off x="8883904" y="4877775"/>
            <a:ext cx="33386" cy="394289"/>
          </a:xfrm>
          <a:prstGeom prst="rect">
            <a:avLst/>
          </a:prstGeom>
          <a:solidFill>
            <a:srgbClr val="A4493D"/>
          </a:solidFill>
          <a:ln w="12700">
            <a:solidFill>
              <a:srgbClr val="A4493D"/>
            </a:solidFill>
            <a:prstDash val="solid"/>
          </a:ln>
        </p:spPr>
      </p:sp>
      <p:sp>
        <p:nvSpPr>
          <p:cNvPr id="144" name="Shape 142"/>
          <p:cNvSpPr/>
          <p:nvPr/>
        </p:nvSpPr>
        <p:spPr>
          <a:xfrm>
            <a:off x="8937752" y="4885822"/>
            <a:ext cx="33386" cy="378196"/>
          </a:xfrm>
          <a:prstGeom prst="rect">
            <a:avLst/>
          </a:prstGeom>
          <a:solidFill>
            <a:srgbClr val="A4493D"/>
          </a:solidFill>
          <a:ln w="12700">
            <a:solidFill>
              <a:srgbClr val="A4493D"/>
            </a:solidFill>
            <a:prstDash val="solid"/>
          </a:ln>
        </p:spPr>
      </p:sp>
      <p:sp>
        <p:nvSpPr>
          <p:cNvPr id="145" name="Shape 143"/>
          <p:cNvSpPr/>
          <p:nvPr/>
        </p:nvSpPr>
        <p:spPr>
          <a:xfrm>
            <a:off x="8991600" y="4863191"/>
            <a:ext cx="33386" cy="423459"/>
          </a:xfrm>
          <a:prstGeom prst="rect">
            <a:avLst/>
          </a:prstGeom>
          <a:solidFill>
            <a:srgbClr val="A4493D"/>
          </a:solidFill>
          <a:ln w="12700">
            <a:solidFill>
              <a:srgbClr val="A4493D"/>
            </a:solidFill>
            <a:prstDash val="solid"/>
          </a:ln>
        </p:spPr>
      </p:sp>
      <p:sp>
        <p:nvSpPr>
          <p:cNvPr id="146" name="Shape 144"/>
          <p:cNvSpPr/>
          <p:nvPr/>
        </p:nvSpPr>
        <p:spPr>
          <a:xfrm>
            <a:off x="9045448" y="4779203"/>
            <a:ext cx="33386" cy="591434"/>
          </a:xfrm>
          <a:prstGeom prst="rect">
            <a:avLst/>
          </a:prstGeom>
          <a:solidFill>
            <a:srgbClr val="A4493D"/>
          </a:solidFill>
          <a:ln w="12700">
            <a:solidFill>
              <a:srgbClr val="A4493D"/>
            </a:solidFill>
            <a:prstDash val="solid"/>
          </a:ln>
        </p:spPr>
      </p:sp>
      <p:sp>
        <p:nvSpPr>
          <p:cNvPr id="147" name="Shape 145"/>
          <p:cNvSpPr/>
          <p:nvPr/>
        </p:nvSpPr>
        <p:spPr>
          <a:xfrm>
            <a:off x="9099296" y="4853635"/>
            <a:ext cx="33386" cy="442570"/>
          </a:xfrm>
          <a:prstGeom prst="rect">
            <a:avLst/>
          </a:prstGeom>
          <a:solidFill>
            <a:srgbClr val="A4493D"/>
          </a:solidFill>
          <a:ln w="12700">
            <a:solidFill>
              <a:srgbClr val="A4493D"/>
            </a:solidFill>
            <a:prstDash val="solid"/>
          </a:ln>
        </p:spPr>
      </p:sp>
      <p:sp>
        <p:nvSpPr>
          <p:cNvPr id="148" name="Shape 146"/>
          <p:cNvSpPr/>
          <p:nvPr/>
        </p:nvSpPr>
        <p:spPr>
          <a:xfrm>
            <a:off x="9153144" y="4977856"/>
            <a:ext cx="33386" cy="194127"/>
          </a:xfrm>
          <a:prstGeom prst="rect">
            <a:avLst/>
          </a:prstGeom>
          <a:solidFill>
            <a:srgbClr val="A4493D"/>
          </a:solidFill>
          <a:ln w="12700">
            <a:solidFill>
              <a:srgbClr val="A4493D"/>
            </a:solidFill>
            <a:prstDash val="solid"/>
          </a:ln>
        </p:spPr>
      </p:sp>
      <p:sp>
        <p:nvSpPr>
          <p:cNvPr id="149" name="Shape 147"/>
          <p:cNvSpPr/>
          <p:nvPr/>
        </p:nvSpPr>
        <p:spPr>
          <a:xfrm>
            <a:off x="9206992" y="4997470"/>
            <a:ext cx="33386" cy="154899"/>
          </a:xfrm>
          <a:prstGeom prst="rect">
            <a:avLst/>
          </a:prstGeom>
          <a:solidFill>
            <a:srgbClr val="A4493D"/>
          </a:solidFill>
          <a:ln w="12700">
            <a:solidFill>
              <a:srgbClr val="A4493D"/>
            </a:solidFill>
            <a:prstDash val="solid"/>
          </a:ln>
        </p:spPr>
      </p:sp>
      <p:sp>
        <p:nvSpPr>
          <p:cNvPr id="150" name="Shape 148"/>
          <p:cNvSpPr/>
          <p:nvPr/>
        </p:nvSpPr>
        <p:spPr>
          <a:xfrm>
            <a:off x="9260840" y="4839051"/>
            <a:ext cx="33386" cy="471739"/>
          </a:xfrm>
          <a:prstGeom prst="rect">
            <a:avLst/>
          </a:prstGeom>
          <a:solidFill>
            <a:srgbClr val="A4493D"/>
          </a:solidFill>
          <a:ln w="12700">
            <a:solidFill>
              <a:srgbClr val="A4493D"/>
            </a:solidFill>
            <a:prstDash val="solid"/>
          </a:ln>
        </p:spPr>
      </p:sp>
      <p:sp>
        <p:nvSpPr>
          <p:cNvPr id="151" name="Shape 149"/>
          <p:cNvSpPr/>
          <p:nvPr/>
        </p:nvSpPr>
        <p:spPr>
          <a:xfrm>
            <a:off x="9314688" y="4773168"/>
            <a:ext cx="33386" cy="603504"/>
          </a:xfrm>
          <a:prstGeom prst="rect">
            <a:avLst/>
          </a:prstGeom>
          <a:solidFill>
            <a:srgbClr val="A4493D"/>
          </a:solidFill>
          <a:ln w="12700">
            <a:solidFill>
              <a:srgbClr val="A4493D"/>
            </a:solidFill>
            <a:prstDash val="solid"/>
          </a:ln>
        </p:spPr>
      </p:sp>
      <p:sp>
        <p:nvSpPr>
          <p:cNvPr id="152" name="Shape 150"/>
          <p:cNvSpPr/>
          <p:nvPr/>
        </p:nvSpPr>
        <p:spPr>
          <a:xfrm>
            <a:off x="9368536" y="4875764"/>
            <a:ext cx="33386" cy="398313"/>
          </a:xfrm>
          <a:prstGeom prst="rect">
            <a:avLst/>
          </a:prstGeom>
          <a:solidFill>
            <a:srgbClr val="A4493D"/>
          </a:solidFill>
          <a:ln w="12700">
            <a:solidFill>
              <a:srgbClr val="A4493D"/>
            </a:solidFill>
            <a:prstDash val="solid"/>
          </a:ln>
        </p:spPr>
      </p:sp>
      <p:sp>
        <p:nvSpPr>
          <p:cNvPr id="153" name="Shape 151"/>
          <p:cNvSpPr/>
          <p:nvPr/>
        </p:nvSpPr>
        <p:spPr>
          <a:xfrm>
            <a:off x="9422384" y="4941646"/>
            <a:ext cx="33386" cy="266548"/>
          </a:xfrm>
          <a:prstGeom prst="rect">
            <a:avLst/>
          </a:prstGeom>
          <a:solidFill>
            <a:srgbClr val="A4493D"/>
          </a:solidFill>
          <a:ln w="12700">
            <a:solidFill>
              <a:srgbClr val="A4493D"/>
            </a:solidFill>
            <a:prstDash val="solid"/>
          </a:ln>
        </p:spPr>
      </p:sp>
      <p:sp>
        <p:nvSpPr>
          <p:cNvPr id="154" name="Shape 152"/>
          <p:cNvSpPr/>
          <p:nvPr/>
        </p:nvSpPr>
        <p:spPr>
          <a:xfrm>
            <a:off x="9476232" y="4938629"/>
            <a:ext cx="33386" cy="272583"/>
          </a:xfrm>
          <a:prstGeom prst="rect">
            <a:avLst/>
          </a:prstGeom>
          <a:solidFill>
            <a:srgbClr val="A4493D"/>
          </a:solidFill>
          <a:ln w="12700">
            <a:solidFill>
              <a:srgbClr val="A4493D"/>
            </a:solidFill>
            <a:prstDash val="solid"/>
          </a:ln>
        </p:spPr>
      </p:sp>
      <p:sp>
        <p:nvSpPr>
          <p:cNvPr id="155" name="Shape 153"/>
          <p:cNvSpPr/>
          <p:nvPr/>
        </p:nvSpPr>
        <p:spPr>
          <a:xfrm>
            <a:off x="9530080" y="4903424"/>
            <a:ext cx="33386" cy="342991"/>
          </a:xfrm>
          <a:prstGeom prst="rect">
            <a:avLst/>
          </a:prstGeom>
          <a:solidFill>
            <a:srgbClr val="A4493D"/>
          </a:solidFill>
          <a:ln w="12700">
            <a:solidFill>
              <a:srgbClr val="A4493D"/>
            </a:solidFill>
            <a:prstDash val="solid"/>
          </a:ln>
        </p:spPr>
      </p:sp>
      <p:sp>
        <p:nvSpPr>
          <p:cNvPr id="156" name="Shape 154"/>
          <p:cNvSpPr/>
          <p:nvPr/>
        </p:nvSpPr>
        <p:spPr>
          <a:xfrm>
            <a:off x="9583928" y="4726899"/>
            <a:ext cx="33386" cy="696041"/>
          </a:xfrm>
          <a:prstGeom prst="rect">
            <a:avLst/>
          </a:prstGeom>
          <a:solidFill>
            <a:srgbClr val="A4493D"/>
          </a:solidFill>
          <a:ln w="12700">
            <a:solidFill>
              <a:srgbClr val="A4493D"/>
            </a:solidFill>
            <a:prstDash val="solid"/>
          </a:ln>
        </p:spPr>
      </p:sp>
      <p:sp>
        <p:nvSpPr>
          <p:cNvPr id="157" name="Shape 155"/>
          <p:cNvSpPr/>
          <p:nvPr/>
        </p:nvSpPr>
        <p:spPr>
          <a:xfrm>
            <a:off x="9637776" y="4572503"/>
            <a:ext cx="33386" cy="1004834"/>
          </a:xfrm>
          <a:prstGeom prst="rect">
            <a:avLst/>
          </a:prstGeom>
          <a:solidFill>
            <a:srgbClr val="A4493D"/>
          </a:solidFill>
          <a:ln w="12700">
            <a:solidFill>
              <a:srgbClr val="A4493D"/>
            </a:solidFill>
            <a:prstDash val="solid"/>
          </a:ln>
        </p:spPr>
      </p:sp>
      <p:sp>
        <p:nvSpPr>
          <p:cNvPr id="158" name="Shape 156"/>
          <p:cNvSpPr/>
          <p:nvPr/>
        </p:nvSpPr>
        <p:spPr>
          <a:xfrm>
            <a:off x="9691624" y="4572000"/>
            <a:ext cx="33386" cy="1005840"/>
          </a:xfrm>
          <a:prstGeom prst="rect">
            <a:avLst/>
          </a:prstGeom>
          <a:solidFill>
            <a:srgbClr val="A4493D"/>
          </a:solidFill>
          <a:ln w="12700">
            <a:solidFill>
              <a:srgbClr val="A4493D"/>
            </a:solidFill>
            <a:prstDash val="solid"/>
          </a:ln>
        </p:spPr>
      </p:sp>
      <p:sp>
        <p:nvSpPr>
          <p:cNvPr id="159" name="Shape 157"/>
          <p:cNvSpPr/>
          <p:nvPr/>
        </p:nvSpPr>
        <p:spPr>
          <a:xfrm>
            <a:off x="9745472" y="4738467"/>
            <a:ext cx="33386" cy="672907"/>
          </a:xfrm>
          <a:prstGeom prst="rect">
            <a:avLst/>
          </a:prstGeom>
          <a:solidFill>
            <a:srgbClr val="A4493D"/>
          </a:solidFill>
          <a:ln w="12700">
            <a:solidFill>
              <a:srgbClr val="A4493D"/>
            </a:solidFill>
            <a:prstDash val="solid"/>
          </a:ln>
        </p:spPr>
      </p:sp>
      <p:sp>
        <p:nvSpPr>
          <p:cNvPr id="160" name="Shape 158"/>
          <p:cNvSpPr/>
          <p:nvPr/>
        </p:nvSpPr>
        <p:spPr>
          <a:xfrm>
            <a:off x="9799320" y="4942149"/>
            <a:ext cx="33386" cy="265542"/>
          </a:xfrm>
          <a:prstGeom prst="rect">
            <a:avLst/>
          </a:prstGeom>
          <a:solidFill>
            <a:srgbClr val="A4493D"/>
          </a:solidFill>
          <a:ln w="12700">
            <a:solidFill>
              <a:srgbClr val="A4493D"/>
            </a:solidFill>
            <a:prstDash val="solid"/>
          </a:ln>
        </p:spPr>
      </p:sp>
      <p:sp>
        <p:nvSpPr>
          <p:cNvPr id="161" name="Shape 159"/>
          <p:cNvSpPr/>
          <p:nvPr/>
        </p:nvSpPr>
        <p:spPr>
          <a:xfrm>
            <a:off x="9853168" y="5057318"/>
            <a:ext cx="33386" cy="35204"/>
          </a:xfrm>
          <a:prstGeom prst="rect">
            <a:avLst/>
          </a:prstGeom>
          <a:solidFill>
            <a:srgbClr val="A4493D"/>
          </a:solidFill>
          <a:ln w="12700">
            <a:solidFill>
              <a:srgbClr val="A4493D"/>
            </a:solidFill>
            <a:prstDash val="solid"/>
          </a:ln>
        </p:spPr>
      </p:sp>
      <p:sp>
        <p:nvSpPr>
          <p:cNvPr id="162" name="Shape 160"/>
          <p:cNvSpPr/>
          <p:nvPr/>
        </p:nvSpPr>
        <p:spPr>
          <a:xfrm>
            <a:off x="9907016" y="5054803"/>
            <a:ext cx="33386" cy="40234"/>
          </a:xfrm>
          <a:prstGeom prst="rect">
            <a:avLst/>
          </a:prstGeom>
          <a:solidFill>
            <a:srgbClr val="A4493D"/>
          </a:solidFill>
          <a:ln w="12700">
            <a:solidFill>
              <a:srgbClr val="A4493D"/>
            </a:solidFill>
            <a:prstDash val="solid"/>
          </a:ln>
        </p:spPr>
      </p:sp>
      <p:sp>
        <p:nvSpPr>
          <p:cNvPr id="163" name="Shape 161"/>
          <p:cNvSpPr/>
          <p:nvPr/>
        </p:nvSpPr>
        <p:spPr>
          <a:xfrm>
            <a:off x="9960864" y="5024125"/>
            <a:ext cx="33386" cy="101590"/>
          </a:xfrm>
          <a:prstGeom prst="rect">
            <a:avLst/>
          </a:prstGeom>
          <a:solidFill>
            <a:srgbClr val="A4493D"/>
          </a:solidFill>
          <a:ln w="12700">
            <a:solidFill>
              <a:srgbClr val="A4493D"/>
            </a:solidFill>
            <a:prstDash val="solid"/>
          </a:ln>
        </p:spPr>
      </p:sp>
      <p:sp>
        <p:nvSpPr>
          <p:cNvPr id="164" name="Shape 162"/>
          <p:cNvSpPr/>
          <p:nvPr/>
        </p:nvSpPr>
        <p:spPr>
          <a:xfrm>
            <a:off x="10014712" y="4955225"/>
            <a:ext cx="33386" cy="239390"/>
          </a:xfrm>
          <a:prstGeom prst="rect">
            <a:avLst/>
          </a:prstGeom>
          <a:solidFill>
            <a:srgbClr val="A4493D"/>
          </a:solidFill>
          <a:ln w="12700">
            <a:solidFill>
              <a:srgbClr val="A4493D"/>
            </a:solidFill>
            <a:prstDash val="solid"/>
          </a:ln>
        </p:spPr>
      </p:sp>
      <p:sp>
        <p:nvSpPr>
          <p:cNvPr id="165" name="Shape 163"/>
          <p:cNvSpPr/>
          <p:nvPr/>
        </p:nvSpPr>
        <p:spPr>
          <a:xfrm>
            <a:off x="10068560" y="4871237"/>
            <a:ext cx="33386" cy="407365"/>
          </a:xfrm>
          <a:prstGeom prst="rect">
            <a:avLst/>
          </a:prstGeom>
          <a:solidFill>
            <a:srgbClr val="A4493D"/>
          </a:solidFill>
          <a:ln w="12700">
            <a:solidFill>
              <a:srgbClr val="A4493D"/>
            </a:solidFill>
            <a:prstDash val="solid"/>
          </a:ln>
        </p:spPr>
      </p:sp>
      <p:sp>
        <p:nvSpPr>
          <p:cNvPr id="166" name="Shape 164"/>
          <p:cNvSpPr/>
          <p:nvPr/>
        </p:nvSpPr>
        <p:spPr>
          <a:xfrm>
            <a:off x="10122408" y="4899904"/>
            <a:ext cx="33386" cy="350032"/>
          </a:xfrm>
          <a:prstGeom prst="rect">
            <a:avLst/>
          </a:prstGeom>
          <a:solidFill>
            <a:srgbClr val="A4493D"/>
          </a:solidFill>
          <a:ln w="12700">
            <a:solidFill>
              <a:srgbClr val="A4493D"/>
            </a:solidFill>
            <a:prstDash val="solid"/>
          </a:ln>
        </p:spPr>
      </p:sp>
      <p:sp>
        <p:nvSpPr>
          <p:cNvPr id="167" name="Shape 165"/>
          <p:cNvSpPr/>
          <p:nvPr/>
        </p:nvSpPr>
        <p:spPr>
          <a:xfrm>
            <a:off x="10176256" y="5024125"/>
            <a:ext cx="33386" cy="101590"/>
          </a:xfrm>
          <a:prstGeom prst="rect">
            <a:avLst/>
          </a:prstGeom>
          <a:solidFill>
            <a:srgbClr val="A4493D"/>
          </a:solidFill>
          <a:ln w="12700">
            <a:solidFill>
              <a:srgbClr val="A4493D"/>
            </a:solidFill>
            <a:prstDash val="solid"/>
          </a:ln>
        </p:spPr>
      </p:sp>
      <p:sp>
        <p:nvSpPr>
          <p:cNvPr id="168" name="Shape 166"/>
          <p:cNvSpPr/>
          <p:nvPr/>
        </p:nvSpPr>
        <p:spPr>
          <a:xfrm>
            <a:off x="10230104" y="5060335"/>
            <a:ext cx="33386" cy="29169"/>
          </a:xfrm>
          <a:prstGeom prst="rect">
            <a:avLst/>
          </a:prstGeom>
          <a:solidFill>
            <a:srgbClr val="A4493D"/>
          </a:solidFill>
          <a:ln w="12700">
            <a:solidFill>
              <a:srgbClr val="A4493D"/>
            </a:solidFill>
            <a:prstDash val="solid"/>
          </a:ln>
        </p:spPr>
      </p:sp>
      <p:sp>
        <p:nvSpPr>
          <p:cNvPr id="169" name="Shape 167"/>
          <p:cNvSpPr/>
          <p:nvPr/>
        </p:nvSpPr>
        <p:spPr>
          <a:xfrm>
            <a:off x="10283952" y="5062850"/>
            <a:ext cx="33386" cy="24140"/>
          </a:xfrm>
          <a:prstGeom prst="rect">
            <a:avLst/>
          </a:prstGeom>
          <a:solidFill>
            <a:srgbClr val="A4493D"/>
          </a:solidFill>
          <a:ln w="12700">
            <a:solidFill>
              <a:srgbClr val="A4493D"/>
            </a:solidFill>
            <a:prstDash val="solid"/>
          </a:ln>
        </p:spPr>
      </p:sp>
      <p:sp>
        <p:nvSpPr>
          <p:cNvPr id="170" name="Shape 168"/>
          <p:cNvSpPr/>
          <p:nvPr/>
        </p:nvSpPr>
        <p:spPr>
          <a:xfrm>
            <a:off x="10337800" y="5062850"/>
            <a:ext cx="33386" cy="24140"/>
          </a:xfrm>
          <a:prstGeom prst="rect">
            <a:avLst/>
          </a:prstGeom>
          <a:solidFill>
            <a:srgbClr val="A4493D"/>
          </a:solidFill>
          <a:ln w="12700">
            <a:solidFill>
              <a:srgbClr val="A4493D"/>
            </a:solidFill>
            <a:prstDash val="solid"/>
          </a:ln>
        </p:spPr>
      </p:sp>
      <p:sp>
        <p:nvSpPr>
          <p:cNvPr id="171" name="Shape 169"/>
          <p:cNvSpPr/>
          <p:nvPr/>
        </p:nvSpPr>
        <p:spPr>
          <a:xfrm>
            <a:off x="10391648" y="5017587"/>
            <a:ext cx="33386" cy="114666"/>
          </a:xfrm>
          <a:prstGeom prst="rect">
            <a:avLst/>
          </a:prstGeom>
          <a:solidFill>
            <a:srgbClr val="A4493D"/>
          </a:solidFill>
          <a:ln w="12700">
            <a:solidFill>
              <a:srgbClr val="A4493D"/>
            </a:solidFill>
            <a:prstDash val="solid"/>
          </a:ln>
        </p:spPr>
      </p:sp>
      <p:sp>
        <p:nvSpPr>
          <p:cNvPr id="172" name="Shape 170"/>
          <p:cNvSpPr/>
          <p:nvPr/>
        </p:nvSpPr>
        <p:spPr>
          <a:xfrm>
            <a:off x="10445496" y="4856653"/>
            <a:ext cx="33386" cy="436535"/>
          </a:xfrm>
          <a:prstGeom prst="rect">
            <a:avLst/>
          </a:prstGeom>
          <a:solidFill>
            <a:srgbClr val="A4493D"/>
          </a:solidFill>
          <a:ln w="12700">
            <a:solidFill>
              <a:srgbClr val="A4493D"/>
            </a:solidFill>
            <a:prstDash val="solid"/>
          </a:ln>
        </p:spPr>
      </p:sp>
      <p:sp>
        <p:nvSpPr>
          <p:cNvPr id="173" name="Shape 171"/>
          <p:cNvSpPr/>
          <p:nvPr/>
        </p:nvSpPr>
        <p:spPr>
          <a:xfrm>
            <a:off x="10499344" y="4897389"/>
            <a:ext cx="33386" cy="355062"/>
          </a:xfrm>
          <a:prstGeom prst="rect">
            <a:avLst/>
          </a:prstGeom>
          <a:solidFill>
            <a:srgbClr val="A4493D"/>
          </a:solidFill>
          <a:ln w="12700">
            <a:solidFill>
              <a:srgbClr val="A4493D"/>
            </a:solidFill>
            <a:prstDash val="solid"/>
          </a:ln>
        </p:spPr>
      </p:sp>
      <p:sp>
        <p:nvSpPr>
          <p:cNvPr id="174" name="Shape 172"/>
          <p:cNvSpPr/>
          <p:nvPr/>
        </p:nvSpPr>
        <p:spPr>
          <a:xfrm>
            <a:off x="10553192" y="4929576"/>
            <a:ext cx="33386" cy="290688"/>
          </a:xfrm>
          <a:prstGeom prst="rect">
            <a:avLst/>
          </a:prstGeom>
          <a:solidFill>
            <a:srgbClr val="A4493D"/>
          </a:solidFill>
          <a:ln w="12700">
            <a:solidFill>
              <a:srgbClr val="A4493D"/>
            </a:solidFill>
            <a:prstDash val="solid"/>
          </a:ln>
        </p:spPr>
      </p:sp>
      <p:sp>
        <p:nvSpPr>
          <p:cNvPr id="175" name="Shape 173"/>
          <p:cNvSpPr/>
          <p:nvPr/>
        </p:nvSpPr>
        <p:spPr>
          <a:xfrm>
            <a:off x="10607040" y="4937120"/>
            <a:ext cx="33386" cy="275600"/>
          </a:xfrm>
          <a:prstGeom prst="rect">
            <a:avLst/>
          </a:prstGeom>
          <a:solidFill>
            <a:srgbClr val="A4493D"/>
          </a:solidFill>
          <a:ln w="12700">
            <a:solidFill>
              <a:srgbClr val="A4493D"/>
            </a:solidFill>
            <a:prstDash val="solid"/>
          </a:ln>
        </p:spPr>
      </p:sp>
      <p:sp>
        <p:nvSpPr>
          <p:cNvPr id="176" name="Shape 174"/>
          <p:cNvSpPr/>
          <p:nvPr/>
        </p:nvSpPr>
        <p:spPr>
          <a:xfrm>
            <a:off x="10660888" y="4920021"/>
            <a:ext cx="33386" cy="309799"/>
          </a:xfrm>
          <a:prstGeom prst="rect">
            <a:avLst/>
          </a:prstGeom>
          <a:solidFill>
            <a:srgbClr val="A4493D"/>
          </a:solidFill>
          <a:ln w="12700">
            <a:solidFill>
              <a:srgbClr val="A4493D"/>
            </a:solidFill>
            <a:prstDash val="solid"/>
          </a:ln>
        </p:spPr>
      </p:sp>
      <p:sp>
        <p:nvSpPr>
          <p:cNvPr id="177" name="Shape 175"/>
          <p:cNvSpPr/>
          <p:nvPr/>
        </p:nvSpPr>
        <p:spPr>
          <a:xfrm>
            <a:off x="10714736" y="4916500"/>
            <a:ext cx="33386" cy="316840"/>
          </a:xfrm>
          <a:prstGeom prst="rect">
            <a:avLst/>
          </a:prstGeom>
          <a:solidFill>
            <a:srgbClr val="A4493D"/>
          </a:solidFill>
          <a:ln w="12700">
            <a:solidFill>
              <a:srgbClr val="A4493D"/>
            </a:solidFill>
            <a:prstDash val="solid"/>
          </a:ln>
        </p:spPr>
      </p:sp>
      <p:sp>
        <p:nvSpPr>
          <p:cNvPr id="178" name="Shape 176"/>
          <p:cNvSpPr/>
          <p:nvPr/>
        </p:nvSpPr>
        <p:spPr>
          <a:xfrm>
            <a:off x="10768584" y="4935611"/>
            <a:ext cx="33386" cy="278618"/>
          </a:xfrm>
          <a:prstGeom prst="rect">
            <a:avLst/>
          </a:prstGeom>
          <a:solidFill>
            <a:srgbClr val="A4493D"/>
          </a:solidFill>
          <a:ln w="12700">
            <a:solidFill>
              <a:srgbClr val="A4493D"/>
            </a:solidFill>
            <a:prstDash val="solid"/>
          </a:ln>
        </p:spPr>
      </p:sp>
      <p:sp>
        <p:nvSpPr>
          <p:cNvPr id="179" name="Shape 177"/>
          <p:cNvSpPr/>
          <p:nvPr/>
        </p:nvSpPr>
        <p:spPr>
          <a:xfrm>
            <a:off x="10822432" y="4931588"/>
            <a:ext cx="33386" cy="286664"/>
          </a:xfrm>
          <a:prstGeom prst="rect">
            <a:avLst/>
          </a:prstGeom>
          <a:solidFill>
            <a:srgbClr val="A4493D"/>
          </a:solidFill>
          <a:ln w="12700">
            <a:solidFill>
              <a:srgbClr val="A4493D"/>
            </a:solidFill>
            <a:prstDash val="solid"/>
          </a:ln>
        </p:spPr>
      </p:sp>
      <p:sp>
        <p:nvSpPr>
          <p:cNvPr id="180" name="Shape 178"/>
          <p:cNvSpPr/>
          <p:nvPr/>
        </p:nvSpPr>
        <p:spPr>
          <a:xfrm>
            <a:off x="10876280" y="4947178"/>
            <a:ext cx="33386" cy="255483"/>
          </a:xfrm>
          <a:prstGeom prst="rect">
            <a:avLst/>
          </a:prstGeom>
          <a:solidFill>
            <a:srgbClr val="A4493D"/>
          </a:solidFill>
          <a:ln w="12700">
            <a:solidFill>
              <a:srgbClr val="A4493D"/>
            </a:solidFill>
            <a:prstDash val="solid"/>
          </a:ln>
        </p:spPr>
      </p:sp>
      <p:sp>
        <p:nvSpPr>
          <p:cNvPr id="181" name="Shape 179"/>
          <p:cNvSpPr/>
          <p:nvPr/>
        </p:nvSpPr>
        <p:spPr>
          <a:xfrm>
            <a:off x="10930128" y="4970313"/>
            <a:ext cx="33386" cy="209215"/>
          </a:xfrm>
          <a:prstGeom prst="rect">
            <a:avLst/>
          </a:prstGeom>
          <a:solidFill>
            <a:srgbClr val="A4493D"/>
          </a:solidFill>
          <a:ln w="12700">
            <a:solidFill>
              <a:srgbClr val="A4493D"/>
            </a:solidFill>
            <a:prstDash val="solid"/>
          </a:ln>
        </p:spPr>
      </p:sp>
      <p:sp>
        <p:nvSpPr>
          <p:cNvPr id="182" name="Shape 180"/>
          <p:cNvSpPr/>
          <p:nvPr/>
        </p:nvSpPr>
        <p:spPr>
          <a:xfrm>
            <a:off x="10983976" y="5004511"/>
            <a:ext cx="33386" cy="140818"/>
          </a:xfrm>
          <a:prstGeom prst="rect">
            <a:avLst/>
          </a:prstGeom>
          <a:solidFill>
            <a:srgbClr val="A4493D"/>
          </a:solidFill>
          <a:ln w="12700">
            <a:solidFill>
              <a:srgbClr val="A4493D"/>
            </a:solidFill>
            <a:prstDash val="solid"/>
          </a:ln>
        </p:spPr>
      </p:sp>
      <p:sp>
        <p:nvSpPr>
          <p:cNvPr id="183" name="Shape 181"/>
          <p:cNvSpPr/>
          <p:nvPr/>
        </p:nvSpPr>
        <p:spPr>
          <a:xfrm>
            <a:off x="11037824" y="5031669"/>
            <a:ext cx="33386" cy="86502"/>
          </a:xfrm>
          <a:prstGeom prst="rect">
            <a:avLst/>
          </a:prstGeom>
          <a:solidFill>
            <a:srgbClr val="A4493D"/>
          </a:solidFill>
          <a:ln w="12700">
            <a:solidFill>
              <a:srgbClr val="A4493D"/>
            </a:solidFill>
            <a:prstDash val="solid"/>
          </a:ln>
        </p:spPr>
      </p:sp>
      <p:sp>
        <p:nvSpPr>
          <p:cNvPr id="184" name="Text 182"/>
          <p:cNvSpPr txBox="1"/>
          <p:nvPr/>
        </p:nvSpPr>
        <p:spPr>
          <a:xfrm>
            <a:off x="1097280" y="5715000"/>
            <a:ext cx="4846320" cy="274320"/>
          </a:xfrm>
          <a:prstGeom prst="rect">
            <a:avLst/>
          </a:prstGeom>
          <a:noFill/>
          <a:ln/>
        </p:spPr>
        <p:txBody>
          <a:bodyPr wrap="square" lIns="0" tIns="0" rIns="0" bIns="0" rtlCol="0" anchor="t"/>
          <a:lstStyle/>
          <a:p>
            <a:pPr algn="ctr" indent="0" marL="0">
              <a:buNone/>
            </a:pPr>
            <a:r>
              <a:rPr lang="en-US" sz="1200" dirty="0">
                <a:solidFill>
                  <a:schemeClr val="tx2"/>
                </a:solidFill>
              </a:rPr>
              <a:t>genuine</a:t>
            </a:r>
            <a:endParaRPr lang="en-US" sz="1200" dirty="0"/>
          </a:p>
        </p:txBody>
      </p:sp>
      <p:sp>
        <p:nvSpPr>
          <p:cNvPr id="185" name="Text 183"/>
          <p:cNvSpPr txBox="1"/>
          <p:nvPr/>
        </p:nvSpPr>
        <p:spPr>
          <a:xfrm>
            <a:off x="6245352" y="5715000"/>
            <a:ext cx="4846320" cy="274320"/>
          </a:xfrm>
          <a:prstGeom prst="rect">
            <a:avLst/>
          </a:prstGeom>
          <a:noFill/>
          <a:ln/>
        </p:spPr>
        <p:txBody>
          <a:bodyPr wrap="square" lIns="0" tIns="0" rIns="0" bIns="0" rtlCol="0" anchor="t"/>
          <a:lstStyle/>
          <a:p>
            <a:pPr algn="ctr" indent="0" marL="0">
              <a:buNone/>
            </a:pPr>
            <a:r>
              <a:rPr lang="en-US" sz="1200" dirty="0">
                <a:solidFill>
                  <a:schemeClr val="tx2"/>
                </a:solidFill>
              </a:rPr>
              <a:t>synthetic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Why this matters</a:t>
            </a:r>
            <a:endParaRPr lang="en-US" sz="3200" dirty="0"/>
          </a:p>
        </p:txBody>
      </p:sp>
      <p:sp>
        <p:nvSpPr>
          <p:cNvPr id="3" name="Text 1"/>
          <p:cNvSpPr txBox="1"/>
          <p:nvPr/>
        </p:nvSpPr>
        <p:spPr>
          <a:xfrm>
            <a:off x="822960" y="1325880"/>
            <a:ext cx="3931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3 seconds</a:t>
            </a:r>
            <a:endParaRPr lang="en-US" sz="4000" dirty="0"/>
          </a:p>
        </p:txBody>
      </p:sp>
      <p:sp>
        <p:nvSpPr>
          <p:cNvPr id="4" name="Text 2"/>
          <p:cNvSpPr txBox="1"/>
          <p:nvPr/>
        </p:nvSpPr>
        <p:spPr>
          <a:xfrm>
            <a:off x="822960" y="2194560"/>
            <a:ext cx="3931920" cy="731520"/>
          </a:xfrm>
          <a:prstGeom prst="rect">
            <a:avLst/>
          </a:prstGeom>
          <a:noFill/>
          <a:ln/>
        </p:spPr>
        <p:txBody>
          <a:bodyPr wrap="square" lIns="0" tIns="0" rIns="0" bIns="0" rtlCol="0" anchor="t"/>
          <a:lstStyle/>
          <a:p>
            <a:pPr algn="l" indent="0" marL="0">
              <a:buNone/>
            </a:pPr>
            <a:r>
              <a:rPr lang="en-US" sz="1300" dirty="0">
                <a:solidFill>
                  <a:schemeClr val="tx2"/>
                </a:solidFill>
              </a:rPr>
              <a:t>of recorded speech was enough for Microsoft's VALL-E to imitate a new voice (2023)</a:t>
            </a:r>
            <a:endParaRPr lang="en-US" sz="1300" dirty="0"/>
          </a:p>
        </p:txBody>
      </p:sp>
      <p:sp>
        <p:nvSpPr>
          <p:cNvPr id="5" name="Text 3"/>
          <p:cNvSpPr txBox="1"/>
          <p:nvPr/>
        </p:nvSpPr>
        <p:spPr>
          <a:xfrm>
            <a:off x="822960" y="2971800"/>
            <a:ext cx="3931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2015</a:t>
            </a:r>
            <a:endParaRPr lang="en-US" sz="4000" dirty="0"/>
          </a:p>
        </p:txBody>
      </p:sp>
      <p:sp>
        <p:nvSpPr>
          <p:cNvPr id="6" name="Text 4"/>
          <p:cNvSpPr txBox="1"/>
          <p:nvPr/>
        </p:nvSpPr>
        <p:spPr>
          <a:xfrm>
            <a:off x="822960" y="3840480"/>
            <a:ext cx="3931920" cy="731520"/>
          </a:xfrm>
          <a:prstGeom prst="rect">
            <a:avLst/>
          </a:prstGeom>
          <a:noFill/>
          <a:ln/>
        </p:spPr>
        <p:txBody>
          <a:bodyPr wrap="square" lIns="0" tIns="0" rIns="0" bIns="0" rtlCol="0" anchor="t"/>
          <a:lstStyle/>
          <a:p>
            <a:pPr algn="l" indent="0" marL="0">
              <a:buNone/>
            </a:pPr>
            <a:r>
              <a:rPr lang="en-US" sz="1300" dirty="0">
                <a:solidFill>
                  <a:schemeClr val="tx2"/>
                </a:solidFill>
              </a:rPr>
              <a:t>first ASVspoof challenge. The anti-spoofing benchmark has run roughly every two years since.</a:t>
            </a:r>
            <a:endParaRPr lang="en-US" sz="1300" dirty="0"/>
          </a:p>
        </p:txBody>
      </p:sp>
      <p:sp>
        <p:nvSpPr>
          <p:cNvPr id="7" name="Text 5"/>
          <p:cNvSpPr txBox="1"/>
          <p:nvPr/>
        </p:nvSpPr>
        <p:spPr>
          <a:xfrm>
            <a:off x="822960" y="4617720"/>
            <a:ext cx="3931920" cy="822960"/>
          </a:xfrm>
          <a:prstGeom prst="rect">
            <a:avLst/>
          </a:prstGeom>
          <a:noFill/>
          <a:ln/>
        </p:spPr>
        <p:txBody>
          <a:bodyPr wrap="square" lIns="0" tIns="0" rIns="0" bIns="0"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4.04 s</a:t>
            </a:r>
            <a:endParaRPr lang="en-US" sz="4000" dirty="0"/>
          </a:p>
        </p:txBody>
      </p:sp>
      <p:sp>
        <p:nvSpPr>
          <p:cNvPr id="8" name="Text 6"/>
          <p:cNvSpPr txBox="1"/>
          <p:nvPr/>
        </p:nvSpPr>
        <p:spPr>
          <a:xfrm>
            <a:off x="822960" y="5486400"/>
            <a:ext cx="3931920" cy="731520"/>
          </a:xfrm>
          <a:prstGeom prst="rect">
            <a:avLst/>
          </a:prstGeom>
          <a:noFill/>
          <a:ln/>
        </p:spPr>
        <p:txBody>
          <a:bodyPr wrap="square" lIns="0" tIns="0" rIns="0" bIns="0" rtlCol="0" anchor="t"/>
          <a:lstStyle/>
          <a:p>
            <a:pPr algn="l" indent="0" marL="0">
              <a:buNone/>
            </a:pPr>
            <a:r>
              <a:rPr lang="en-US" sz="1300" dirty="0">
                <a:solidFill>
                  <a:schemeClr val="tx2"/>
                </a:solidFill>
              </a:rPr>
              <a:t>of audio is all this detector looks at for one verdict, so long recordings mean many runs</a:t>
            </a:r>
            <a:endParaRPr lang="en-US" sz="1300" dirty="0"/>
          </a:p>
        </p:txBody>
      </p:sp>
      <p:sp>
        <p:nvSpPr>
          <p:cNvPr id="9" name="Text 7"/>
          <p:cNvSpPr txBox="1"/>
          <p:nvPr/>
        </p:nvSpPr>
        <p:spPr>
          <a:xfrm>
            <a:off x="5212080" y="1463040"/>
            <a:ext cx="6400800" cy="914400"/>
          </a:xfrm>
          <a:prstGeom prst="rect">
            <a:avLst/>
          </a:prstGeom>
          <a:noFill/>
          <a:ln/>
        </p:spPr>
        <p:txBody>
          <a:bodyPr wrap="square" lIns="0" tIns="0" rIns="0" bIns="0" rtlCol="0" anchor="t"/>
          <a:lstStyle/>
          <a:p>
            <a:pPr indent="0" marL="0">
              <a:buNone/>
            </a:pPr>
            <a:r>
              <a:rPr lang="en-US" sz="1700" b="1" dirty="0">
                <a:solidFill>
                  <a:schemeClr val="tx1"/>
                </a:solidFill>
              </a:rPr>
              <a:t>Cloned voices are cheap to make. Checking them has to happen wherever audio arrives, at the volume it arrives.</a:t>
            </a:r>
            <a:endParaRPr lang="en-US" sz="1700" dirty="0"/>
          </a:p>
        </p:txBody>
      </p:sp>
      <p:sp>
        <p:nvSpPr>
          <p:cNvPr id="10" name="Text 8"/>
          <p:cNvSpPr txBox="1"/>
          <p:nvPr/>
        </p:nvSpPr>
        <p:spPr>
          <a:xfrm>
            <a:off x="5212080" y="2651760"/>
            <a:ext cx="640080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Phone fraud that imitates a family member or an executive.</a:t>
            </a:r>
            <a:endParaRPr lang="en-US" sz="1500" dirty="0"/>
          </a:p>
          <a:p>
            <a:pPr marL="342900" indent="-342900">
              <a:spcAft>
                <a:spcPts val="600"/>
              </a:spcAft>
              <a:buSzPct val="100000"/>
              <a:buChar char="•"/>
            </a:pPr>
            <a:r>
              <a:rPr lang="en-US" sz="1500" dirty="0">
                <a:solidFill>
                  <a:schemeClr val="tx1"/>
                </a:solidFill>
              </a:rPr>
              <a:t>Newsrooms and platforms checking clips before they spread.</a:t>
            </a:r>
            <a:endParaRPr lang="en-US" sz="1500" dirty="0"/>
          </a:p>
          <a:p>
            <a:pPr marL="342900" indent="-342900">
              <a:spcAft>
                <a:spcPts val="600"/>
              </a:spcAft>
              <a:buSzPct val="100000"/>
              <a:buChar char="•"/>
            </a:pPr>
            <a:r>
              <a:rPr lang="en-US" sz="1500" dirty="0">
                <a:solidFill>
                  <a:schemeClr val="tx1"/>
                </a:solidFill>
              </a:rPr>
              <a:t>Researchers re-scoring whole corpora every time a model, a noise condition or an attack changes.</a:t>
            </a:r>
            <a:endParaRPr lang="en-US" sz="1500" dirty="0"/>
          </a:p>
          <a:p>
            <a:pPr marL="342900" indent="-342900">
              <a:spcAft>
                <a:spcPts val="600"/>
              </a:spcAft>
              <a:buSzPct val="100000"/>
              <a:buChar char="•"/>
            </a:pPr>
            <a:r>
              <a:rPr lang="en-US" sz="1500" dirty="0">
                <a:solidFill>
                  <a:schemeClr val="tx1"/>
                </a:solidFill>
              </a:rPr>
              <a:t>Each clip is independent of every other clip, so the work splits cleanly across machines.</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Whose work this is</a:t>
            </a:r>
            <a:endParaRPr lang="en-US" sz="3200" dirty="0"/>
          </a:p>
        </p:txBody>
      </p:sp>
      <p:sp>
        <p:nvSpPr>
          <p:cNvPr id="3" name="Shape 1"/>
          <p:cNvSpPr/>
          <p:nvPr/>
        </p:nvSpPr>
        <p:spPr>
          <a:xfrm>
            <a:off x="548640" y="1417320"/>
            <a:ext cx="2606040" cy="3291840"/>
          </a:xfrm>
          <a:prstGeom prst="rect">
            <a:avLst/>
          </a:prstGeom>
          <a:solidFill>
            <a:srgbClr val="FFFFFF">
              <a:alpha val="75000"/>
            </a:srgbClr>
          </a:solidFill>
          <a:ln w="9525">
            <a:solidFill>
              <a:srgbClr val="B8B2A7"/>
            </a:solidFill>
            <a:prstDash val="solid"/>
          </a:ln>
        </p:spPr>
      </p:sp>
      <p:sp>
        <p:nvSpPr>
          <p:cNvPr id="4" name="Text 2"/>
          <p:cNvSpPr txBox="1"/>
          <p:nvPr/>
        </p:nvSpPr>
        <p:spPr>
          <a:xfrm>
            <a:off x="749808" y="1600200"/>
            <a:ext cx="224028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detector</a:t>
            </a:r>
            <a:endParaRPr lang="en-US" sz="1800" dirty="0"/>
          </a:p>
        </p:txBody>
      </p:sp>
      <p:sp>
        <p:nvSpPr>
          <p:cNvPr id="5" name="Text 3"/>
          <p:cNvSpPr txBox="1"/>
          <p:nvPr/>
        </p:nvSpPr>
        <p:spPr>
          <a:xfrm>
            <a:off x="749808" y="2148840"/>
            <a:ext cx="2240280" cy="2468880"/>
          </a:xfrm>
          <a:prstGeom prst="rect">
            <a:avLst/>
          </a:prstGeom>
          <a:noFill/>
          <a:ln/>
        </p:spPr>
        <p:txBody>
          <a:bodyPr wrap="square" lIns="0" tIns="0" rIns="0" bIns="0" rtlCol="0" anchor="t"/>
          <a:lstStyle/>
          <a:p>
            <a:pPr indent="0" marL="0">
              <a:buNone/>
            </a:pPr>
            <a:r>
              <a:rPr lang="en-US" sz="1400" dirty="0">
                <a:solidFill>
                  <a:schemeClr val="tx1"/>
                </a:solidFill>
              </a:rPr>
              <a:t>AASIST: audio anti-spoofing using integrated spectro-temporal graph attention. Jee-weon Jung and colleagues, NAVER Clova, ICASSP 2022. Pretrained weights, MIT licence.</a:t>
            </a:r>
            <a:endParaRPr lang="en-US" sz="1400" dirty="0"/>
          </a:p>
        </p:txBody>
      </p:sp>
      <p:sp>
        <p:nvSpPr>
          <p:cNvPr id="6" name="Shape 4"/>
          <p:cNvSpPr/>
          <p:nvPr/>
        </p:nvSpPr>
        <p:spPr>
          <a:xfrm>
            <a:off x="3364992" y="1417320"/>
            <a:ext cx="2606040" cy="3291840"/>
          </a:xfrm>
          <a:prstGeom prst="rect">
            <a:avLst/>
          </a:prstGeom>
          <a:solidFill>
            <a:srgbClr val="FFFFFF">
              <a:alpha val="75000"/>
            </a:srgbClr>
          </a:solidFill>
          <a:ln w="9525">
            <a:solidFill>
              <a:srgbClr val="B8B2A7"/>
            </a:solidFill>
            <a:prstDash val="solid"/>
          </a:ln>
        </p:spPr>
      </p:sp>
      <p:sp>
        <p:nvSpPr>
          <p:cNvPr id="7" name="Text 5"/>
          <p:cNvSpPr txBox="1"/>
          <p:nvPr/>
        </p:nvSpPr>
        <p:spPr>
          <a:xfrm>
            <a:off x="3566160" y="1600200"/>
            <a:ext cx="224028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camp project</a:t>
            </a:r>
            <a:endParaRPr lang="en-US" sz="1800" dirty="0"/>
          </a:p>
        </p:txBody>
      </p:sp>
      <p:sp>
        <p:nvSpPr>
          <p:cNvPr id="8" name="Text 6"/>
          <p:cNvSpPr txBox="1"/>
          <p:nvPr/>
        </p:nvSpPr>
        <p:spPr>
          <a:xfrm>
            <a:off x="3566160" y="2148840"/>
            <a:ext cx="2240280" cy="2468880"/>
          </a:xfrm>
          <a:prstGeom prst="rect">
            <a:avLst/>
          </a:prstGeom>
          <a:noFill/>
          <a:ln/>
        </p:spPr>
        <p:txBody>
          <a:bodyPr wrap="square" lIns="0" tIns="0" rIns="0" bIns="0" rtlCol="0" anchor="t"/>
          <a:lstStyle/>
          <a:p>
            <a:pPr indent="0" marL="0">
              <a:buNone/>
            </a:pPr>
            <a:r>
              <a:rPr lang="en-US" sz="1400" dirty="0">
                <a:solidFill>
                  <a:schemeClr val="tx1"/>
                </a:solidFill>
              </a:rPr>
              <a:t>TrustLayer, a QMIND Camp team: Reyan, Jinpeng, Kyle, Daniel, Shreya and Abdullah, advised by Shaina Raza. They wrapped the detector, tested it under noise and built a comparison screen.</a:t>
            </a:r>
            <a:endParaRPr lang="en-US" sz="1400" dirty="0"/>
          </a:p>
        </p:txBody>
      </p:sp>
      <p:sp>
        <p:nvSpPr>
          <p:cNvPr id="9" name="Shape 7"/>
          <p:cNvSpPr/>
          <p:nvPr/>
        </p:nvSpPr>
        <p:spPr>
          <a:xfrm>
            <a:off x="6181344" y="1417320"/>
            <a:ext cx="2606040" cy="3291840"/>
          </a:xfrm>
          <a:prstGeom prst="rect">
            <a:avLst/>
          </a:prstGeom>
          <a:solidFill>
            <a:srgbClr val="FFFFFF">
              <a:alpha val="75000"/>
            </a:srgbClr>
          </a:solidFill>
          <a:ln w="9525">
            <a:solidFill>
              <a:srgbClr val="B8B2A7"/>
            </a:solidFill>
            <a:prstDash val="solid"/>
          </a:ln>
        </p:spPr>
      </p:sp>
      <p:sp>
        <p:nvSpPr>
          <p:cNvPr id="10" name="Text 8"/>
          <p:cNvSpPr txBox="1"/>
          <p:nvPr/>
        </p:nvSpPr>
        <p:spPr>
          <a:xfrm>
            <a:off x="6382512" y="1600200"/>
            <a:ext cx="224028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data</a:t>
            </a:r>
            <a:endParaRPr lang="en-US" sz="1800" dirty="0"/>
          </a:p>
        </p:txBody>
      </p:sp>
      <p:sp>
        <p:nvSpPr>
          <p:cNvPr id="11" name="Text 9"/>
          <p:cNvSpPr txBox="1"/>
          <p:nvPr/>
        </p:nvSpPr>
        <p:spPr>
          <a:xfrm>
            <a:off x="6382512" y="2148840"/>
            <a:ext cx="2240280" cy="2468880"/>
          </a:xfrm>
          <a:prstGeom prst="rect">
            <a:avLst/>
          </a:prstGeom>
          <a:noFill/>
          <a:ln/>
        </p:spPr>
        <p:txBody>
          <a:bodyPr wrap="square" lIns="0" tIns="0" rIns="0" bIns="0" rtlCol="0" anchor="t"/>
          <a:lstStyle/>
          <a:p>
            <a:pPr indent="0" marL="0">
              <a:buNone/>
            </a:pPr>
            <a:r>
              <a:rPr lang="en-US" sz="1400" dirty="0">
                <a:solidFill>
                  <a:schemeClr val="tx1"/>
                </a:solidFill>
              </a:rPr>
              <a:t>ASVspoof 2019 logical access: bona fide speech plus clips from 2019-era text-to-speech and voice-conversion systems. Showcase samples from the Yamagishi lab at NII.</a:t>
            </a:r>
            <a:endParaRPr lang="en-US" sz="1400" dirty="0"/>
          </a:p>
        </p:txBody>
      </p:sp>
      <p:sp>
        <p:nvSpPr>
          <p:cNvPr id="12" name="Shape 10"/>
          <p:cNvSpPr/>
          <p:nvPr/>
        </p:nvSpPr>
        <p:spPr>
          <a:xfrm>
            <a:off x="8997696" y="1417320"/>
            <a:ext cx="2606040" cy="3291840"/>
          </a:xfrm>
          <a:prstGeom prst="rect">
            <a:avLst/>
          </a:prstGeom>
          <a:solidFill>
            <a:srgbClr val="FFFFFF">
              <a:alpha val="75000"/>
            </a:srgbClr>
          </a:solidFill>
          <a:ln w="9525">
            <a:solidFill>
              <a:srgbClr val="B8B2A7"/>
            </a:solidFill>
            <a:prstDash val="solid"/>
          </a:ln>
        </p:spPr>
      </p:sp>
      <p:sp>
        <p:nvSpPr>
          <p:cNvPr id="13" name="Text 11"/>
          <p:cNvSpPr txBox="1"/>
          <p:nvPr/>
        </p:nvSpPr>
        <p:spPr>
          <a:xfrm>
            <a:off x="9198864" y="1600200"/>
            <a:ext cx="2240280" cy="457200"/>
          </a:xfrm>
          <a:prstGeom prst="rect">
            <a:avLst/>
          </a:prstGeom>
          <a:noFill/>
          <a:ln/>
        </p:spPr>
        <p:txBody>
          <a:bodyPr wrap="square" lIns="0" tIns="0" rIns="0" bIns="0" rtlCol="0" anchor="t"/>
          <a:lstStyle/>
          <a:p>
            <a:pPr indent="0" marL="0">
              <a:buNone/>
            </a:pPr>
            <a:r>
              <a:rPr lang="en-US" sz="1800" b="1" dirty="0">
                <a:solidFill>
                  <a:srgbClr val="4F5D6B"/>
                </a:solidFill>
                <a:latin typeface="Cambria" pitchFamily="34" charset="0"/>
                <a:ea typeface="Cambria" pitchFamily="34" charset="-122"/>
                <a:cs typeface="Cambria" pitchFamily="34" charset="-120"/>
              </a:rPr>
              <a:t>What we added</a:t>
            </a:r>
            <a:endParaRPr lang="en-US" sz="1800" dirty="0"/>
          </a:p>
        </p:txBody>
      </p:sp>
      <p:sp>
        <p:nvSpPr>
          <p:cNvPr id="14" name="Text 12"/>
          <p:cNvSpPr txBox="1"/>
          <p:nvPr/>
        </p:nvSpPr>
        <p:spPr>
          <a:xfrm>
            <a:off x="9198864" y="2148840"/>
            <a:ext cx="2240280" cy="2468880"/>
          </a:xfrm>
          <a:prstGeom prst="rect">
            <a:avLst/>
          </a:prstGeom>
          <a:noFill/>
          <a:ln/>
        </p:spPr>
        <p:txBody>
          <a:bodyPr wrap="square" lIns="0" tIns="0" rIns="0" bIns="0" rtlCol="0" anchor="t"/>
          <a:lstStyle/>
          <a:p>
            <a:pPr indent="0" marL="0">
              <a:buNone/>
            </a:pPr>
            <a:r>
              <a:rPr lang="en-US" sz="1400" dirty="0">
                <a:solidFill>
                  <a:schemeClr val="tx1"/>
                </a:solidFill>
              </a:rPr>
              <a:t>ONNX conversion, a work function that does the whole pipeline in the DCP sandbox, a Node dispatcher, a web page that deploys the job, and the tests that tie them together.</a:t>
            </a:r>
            <a:endParaRPr lang="en-US" sz="14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AASIST tells real speech from synthetic</a:t>
            </a:r>
            <a:endParaRPr lang="en-US" sz="3200" dirty="0"/>
          </a:p>
        </p:txBody>
      </p:sp>
      <p:sp>
        <p:nvSpPr>
          <p:cNvPr id="3" name="Shape 1"/>
          <p:cNvSpPr/>
          <p:nvPr/>
        </p:nvSpPr>
        <p:spPr>
          <a:xfrm>
            <a:off x="548640" y="1600200"/>
            <a:ext cx="1627632" cy="1325880"/>
          </a:xfrm>
          <a:prstGeom prst="rect">
            <a:avLst/>
          </a:prstGeom>
          <a:solidFill>
            <a:srgbClr val="FFFFFF">
              <a:alpha val="80000"/>
            </a:srgbClr>
          </a:solidFill>
          <a:ln w="9525">
            <a:solidFill>
              <a:srgbClr val="B8B2A7"/>
            </a:solidFill>
            <a:prstDash val="solid"/>
          </a:ln>
        </p:spPr>
      </p:sp>
      <p:sp>
        <p:nvSpPr>
          <p:cNvPr id="4" name="Text 2"/>
          <p:cNvSpPr txBox="1"/>
          <p:nvPr/>
        </p:nvSpPr>
        <p:spPr>
          <a:xfrm>
            <a:off x="65836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4.04 s of audio</a:t>
            </a:r>
            <a:endParaRPr lang="en-US" sz="1500" dirty="0"/>
          </a:p>
        </p:txBody>
      </p:sp>
      <p:sp>
        <p:nvSpPr>
          <p:cNvPr id="5" name="Text 3"/>
          <p:cNvSpPr txBox="1"/>
          <p:nvPr/>
        </p:nvSpPr>
        <p:spPr>
          <a:xfrm>
            <a:off x="65836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64,600 samples at 16 kHz</a:t>
            </a:r>
            <a:endParaRPr lang="en-US" sz="1200" dirty="0"/>
          </a:p>
        </p:txBody>
      </p:sp>
      <p:sp>
        <p:nvSpPr>
          <p:cNvPr id="6" name="Shape 4"/>
          <p:cNvSpPr/>
          <p:nvPr/>
        </p:nvSpPr>
        <p:spPr>
          <a:xfrm>
            <a:off x="2203704" y="2258568"/>
            <a:ext cx="192024" cy="0"/>
          </a:xfrm>
          <a:prstGeom prst="line">
            <a:avLst/>
          </a:prstGeom>
          <a:noFill/>
          <a:ln w="15875">
            <a:solidFill>
              <a:srgbClr val="6E6E6E"/>
            </a:solidFill>
            <a:prstDash val="solid"/>
            <a:tailEnd type="triangle"/>
          </a:ln>
        </p:spPr>
      </p:sp>
      <p:sp>
        <p:nvSpPr>
          <p:cNvPr id="7" name="Shape 5"/>
          <p:cNvSpPr/>
          <p:nvPr/>
        </p:nvSpPr>
        <p:spPr>
          <a:xfrm>
            <a:off x="2423160" y="1600200"/>
            <a:ext cx="1627632" cy="1325880"/>
          </a:xfrm>
          <a:prstGeom prst="rect">
            <a:avLst/>
          </a:prstGeom>
          <a:solidFill>
            <a:srgbClr val="FFFFFF">
              <a:alpha val="80000"/>
            </a:srgbClr>
          </a:solidFill>
          <a:ln w="9525">
            <a:solidFill>
              <a:srgbClr val="B8B2A7"/>
            </a:solidFill>
            <a:prstDash val="solid"/>
          </a:ln>
        </p:spPr>
      </p:sp>
      <p:sp>
        <p:nvSpPr>
          <p:cNvPr id="8" name="Text 6"/>
          <p:cNvSpPr txBox="1"/>
          <p:nvPr/>
        </p:nvSpPr>
        <p:spPr>
          <a:xfrm>
            <a:off x="253288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Sinc filter bank</a:t>
            </a:r>
            <a:endParaRPr lang="en-US" sz="1500" dirty="0"/>
          </a:p>
        </p:txBody>
      </p:sp>
      <p:sp>
        <p:nvSpPr>
          <p:cNvPr id="9" name="Text 7"/>
          <p:cNvSpPr txBox="1"/>
          <p:nvPr/>
        </p:nvSpPr>
        <p:spPr>
          <a:xfrm>
            <a:off x="253288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70 fixed band-pass filters</a:t>
            </a:r>
            <a:endParaRPr lang="en-US" sz="1200" dirty="0"/>
          </a:p>
        </p:txBody>
      </p:sp>
      <p:sp>
        <p:nvSpPr>
          <p:cNvPr id="10" name="Shape 8"/>
          <p:cNvSpPr/>
          <p:nvPr/>
        </p:nvSpPr>
        <p:spPr>
          <a:xfrm>
            <a:off x="4078224" y="2258568"/>
            <a:ext cx="192024" cy="0"/>
          </a:xfrm>
          <a:prstGeom prst="line">
            <a:avLst/>
          </a:prstGeom>
          <a:noFill/>
          <a:ln w="15875">
            <a:solidFill>
              <a:srgbClr val="6E6E6E"/>
            </a:solidFill>
            <a:prstDash val="solid"/>
            <a:tailEnd type="triangle"/>
          </a:ln>
        </p:spPr>
      </p:sp>
      <p:sp>
        <p:nvSpPr>
          <p:cNvPr id="11" name="Shape 9"/>
          <p:cNvSpPr/>
          <p:nvPr/>
        </p:nvSpPr>
        <p:spPr>
          <a:xfrm>
            <a:off x="4297680" y="1600200"/>
            <a:ext cx="1627632" cy="1325880"/>
          </a:xfrm>
          <a:prstGeom prst="rect">
            <a:avLst/>
          </a:prstGeom>
          <a:solidFill>
            <a:srgbClr val="FFFFFF">
              <a:alpha val="80000"/>
            </a:srgbClr>
          </a:solidFill>
          <a:ln w="9525">
            <a:solidFill>
              <a:srgbClr val="B8B2A7"/>
            </a:solidFill>
            <a:prstDash val="solid"/>
          </a:ln>
        </p:spPr>
      </p:sp>
      <p:sp>
        <p:nvSpPr>
          <p:cNvPr id="12" name="Text 10"/>
          <p:cNvSpPr txBox="1"/>
          <p:nvPr/>
        </p:nvSpPr>
        <p:spPr>
          <a:xfrm>
            <a:off x="440740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Residual encoder</a:t>
            </a:r>
            <a:endParaRPr lang="en-US" sz="1500" dirty="0"/>
          </a:p>
        </p:txBody>
      </p:sp>
      <p:sp>
        <p:nvSpPr>
          <p:cNvPr id="13" name="Text 11"/>
          <p:cNvSpPr txBox="1"/>
          <p:nvPr/>
        </p:nvSpPr>
        <p:spPr>
          <a:xfrm>
            <a:off x="440740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6 convolution blocks</a:t>
            </a:r>
            <a:endParaRPr lang="en-US" sz="1200" dirty="0"/>
          </a:p>
        </p:txBody>
      </p:sp>
      <p:sp>
        <p:nvSpPr>
          <p:cNvPr id="14" name="Shape 12"/>
          <p:cNvSpPr/>
          <p:nvPr/>
        </p:nvSpPr>
        <p:spPr>
          <a:xfrm>
            <a:off x="5952744" y="2258568"/>
            <a:ext cx="192024" cy="0"/>
          </a:xfrm>
          <a:prstGeom prst="line">
            <a:avLst/>
          </a:prstGeom>
          <a:noFill/>
          <a:ln w="15875">
            <a:solidFill>
              <a:srgbClr val="6E6E6E"/>
            </a:solidFill>
            <a:prstDash val="solid"/>
            <a:tailEnd type="triangle"/>
          </a:ln>
        </p:spPr>
      </p:sp>
      <p:sp>
        <p:nvSpPr>
          <p:cNvPr id="15" name="Shape 13"/>
          <p:cNvSpPr/>
          <p:nvPr/>
        </p:nvSpPr>
        <p:spPr>
          <a:xfrm>
            <a:off x="6172200" y="1600200"/>
            <a:ext cx="1627632" cy="1325880"/>
          </a:xfrm>
          <a:prstGeom prst="rect">
            <a:avLst/>
          </a:prstGeom>
          <a:solidFill>
            <a:srgbClr val="FFFFFF">
              <a:alpha val="80000"/>
            </a:srgbClr>
          </a:solidFill>
          <a:ln w="9525">
            <a:solidFill>
              <a:srgbClr val="B8B2A7"/>
            </a:solidFill>
            <a:prstDash val="solid"/>
          </a:ln>
        </p:spPr>
      </p:sp>
      <p:sp>
        <p:nvSpPr>
          <p:cNvPr id="16" name="Text 14"/>
          <p:cNvSpPr txBox="1"/>
          <p:nvPr/>
        </p:nvSpPr>
        <p:spPr>
          <a:xfrm>
            <a:off x="628192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Two graphs</a:t>
            </a:r>
            <a:endParaRPr lang="en-US" sz="1500" dirty="0"/>
          </a:p>
        </p:txBody>
      </p:sp>
      <p:sp>
        <p:nvSpPr>
          <p:cNvPr id="17" name="Text 15"/>
          <p:cNvSpPr txBox="1"/>
          <p:nvPr/>
        </p:nvSpPr>
        <p:spPr>
          <a:xfrm>
            <a:off x="628192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one over frequency, one over time</a:t>
            </a:r>
            <a:endParaRPr lang="en-US" sz="1200" dirty="0"/>
          </a:p>
        </p:txBody>
      </p:sp>
      <p:sp>
        <p:nvSpPr>
          <p:cNvPr id="18" name="Shape 16"/>
          <p:cNvSpPr/>
          <p:nvPr/>
        </p:nvSpPr>
        <p:spPr>
          <a:xfrm>
            <a:off x="7827264" y="2258568"/>
            <a:ext cx="192024" cy="0"/>
          </a:xfrm>
          <a:prstGeom prst="line">
            <a:avLst/>
          </a:prstGeom>
          <a:noFill/>
          <a:ln w="15875">
            <a:solidFill>
              <a:srgbClr val="6E6E6E"/>
            </a:solidFill>
            <a:prstDash val="solid"/>
            <a:tailEnd type="triangle"/>
          </a:ln>
        </p:spPr>
      </p:sp>
      <p:sp>
        <p:nvSpPr>
          <p:cNvPr id="19" name="Shape 17"/>
          <p:cNvSpPr/>
          <p:nvPr/>
        </p:nvSpPr>
        <p:spPr>
          <a:xfrm>
            <a:off x="8046720" y="1600200"/>
            <a:ext cx="1627632" cy="1325880"/>
          </a:xfrm>
          <a:prstGeom prst="rect">
            <a:avLst/>
          </a:prstGeom>
          <a:solidFill>
            <a:srgbClr val="FFFFFF">
              <a:alpha val="80000"/>
            </a:srgbClr>
          </a:solidFill>
          <a:ln w="9525">
            <a:solidFill>
              <a:srgbClr val="B8B2A7"/>
            </a:solidFill>
            <a:prstDash val="solid"/>
          </a:ln>
        </p:spPr>
      </p:sp>
      <p:sp>
        <p:nvSpPr>
          <p:cNvPr id="20" name="Text 18"/>
          <p:cNvSpPr txBox="1"/>
          <p:nvPr/>
        </p:nvSpPr>
        <p:spPr>
          <a:xfrm>
            <a:off x="815644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Graph attention</a:t>
            </a:r>
            <a:endParaRPr lang="en-US" sz="1500" dirty="0"/>
          </a:p>
        </p:txBody>
      </p:sp>
      <p:sp>
        <p:nvSpPr>
          <p:cNvPr id="21" name="Text 19"/>
          <p:cNvSpPr txBox="1"/>
          <p:nvPr/>
        </p:nvSpPr>
        <p:spPr>
          <a:xfrm>
            <a:off x="815644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joins the two, in two branches</a:t>
            </a:r>
            <a:endParaRPr lang="en-US" sz="1200" dirty="0"/>
          </a:p>
        </p:txBody>
      </p:sp>
      <p:sp>
        <p:nvSpPr>
          <p:cNvPr id="22" name="Shape 20"/>
          <p:cNvSpPr/>
          <p:nvPr/>
        </p:nvSpPr>
        <p:spPr>
          <a:xfrm>
            <a:off x="9701784" y="2258568"/>
            <a:ext cx="192024" cy="0"/>
          </a:xfrm>
          <a:prstGeom prst="line">
            <a:avLst/>
          </a:prstGeom>
          <a:noFill/>
          <a:ln w="15875">
            <a:solidFill>
              <a:srgbClr val="6E6E6E"/>
            </a:solidFill>
            <a:prstDash val="solid"/>
            <a:tailEnd type="triangle"/>
          </a:ln>
        </p:spPr>
      </p:sp>
      <p:sp>
        <p:nvSpPr>
          <p:cNvPr id="23" name="Shape 21"/>
          <p:cNvSpPr/>
          <p:nvPr/>
        </p:nvSpPr>
        <p:spPr>
          <a:xfrm>
            <a:off x="9921240" y="1600200"/>
            <a:ext cx="1627632" cy="1325880"/>
          </a:xfrm>
          <a:prstGeom prst="rect">
            <a:avLst/>
          </a:prstGeom>
          <a:solidFill>
            <a:srgbClr val="F2EEEA">
              <a:alpha val="80000"/>
            </a:srgbClr>
          </a:solidFill>
          <a:ln w="9525">
            <a:solidFill>
              <a:srgbClr val="B8B2A7"/>
            </a:solidFill>
            <a:prstDash val="solid"/>
          </a:ln>
        </p:spPr>
      </p:sp>
      <p:sp>
        <p:nvSpPr>
          <p:cNvPr id="24" name="Text 22"/>
          <p:cNvSpPr txBox="1"/>
          <p:nvPr/>
        </p:nvSpPr>
        <p:spPr>
          <a:xfrm>
            <a:off x="10030968" y="1737360"/>
            <a:ext cx="1408176" cy="502920"/>
          </a:xfrm>
          <a:prstGeom prst="rect">
            <a:avLst/>
          </a:prstGeom>
          <a:noFill/>
          <a:ln/>
        </p:spPr>
        <p:txBody>
          <a:bodyPr wrap="square" lIns="0" tIns="0" rIns="0" bIns="0" rtlCol="0" anchor="t"/>
          <a:lstStyle/>
          <a:p>
            <a:pPr algn="ctr" indent="0" marL="0">
              <a:buNone/>
            </a:pPr>
            <a:r>
              <a:rPr lang="en-US" sz="1500" b="1" dirty="0">
                <a:solidFill>
                  <a:schemeClr val="tx1"/>
                </a:solidFill>
              </a:rPr>
              <a:t>Two scores</a:t>
            </a:r>
            <a:endParaRPr lang="en-US" sz="1500" dirty="0"/>
          </a:p>
        </p:txBody>
      </p:sp>
      <p:sp>
        <p:nvSpPr>
          <p:cNvPr id="25" name="Text 23"/>
          <p:cNvSpPr txBox="1"/>
          <p:nvPr/>
        </p:nvSpPr>
        <p:spPr>
          <a:xfrm>
            <a:off x="10030968" y="2286000"/>
            <a:ext cx="1408176" cy="548640"/>
          </a:xfrm>
          <a:prstGeom prst="rect">
            <a:avLst/>
          </a:prstGeom>
          <a:noFill/>
          <a:ln/>
        </p:spPr>
        <p:txBody>
          <a:bodyPr wrap="square" lIns="0" tIns="0" rIns="0" bIns="0" rtlCol="0" anchor="t"/>
          <a:lstStyle/>
          <a:p>
            <a:pPr algn="ctr" indent="0" marL="0">
              <a:buNone/>
            </a:pPr>
            <a:r>
              <a:rPr lang="en-US" sz="1200" dirty="0">
                <a:solidFill>
                  <a:schemeClr val="tx2"/>
                </a:solidFill>
              </a:rPr>
              <a:t>synthetic, genuine</a:t>
            </a:r>
            <a:endParaRPr lang="en-US" sz="1200" dirty="0"/>
          </a:p>
        </p:txBody>
      </p:sp>
      <p:sp>
        <p:nvSpPr>
          <p:cNvPr id="26" name="Shape 24"/>
          <p:cNvSpPr/>
          <p:nvPr/>
        </p:nvSpPr>
        <p:spPr>
          <a:xfrm>
            <a:off x="548640" y="4057559"/>
            <a:ext cx="36850" cy="23043"/>
          </a:xfrm>
          <a:prstGeom prst="rect">
            <a:avLst/>
          </a:prstGeom>
          <a:solidFill>
            <a:srgbClr val="4F5D6B"/>
          </a:solidFill>
          <a:ln w="12700">
            <a:solidFill>
              <a:srgbClr val="4F5D6B"/>
            </a:solidFill>
            <a:prstDash val="solid"/>
          </a:ln>
        </p:spPr>
      </p:sp>
      <p:sp>
        <p:nvSpPr>
          <p:cNvPr id="27" name="Shape 25"/>
          <p:cNvSpPr/>
          <p:nvPr/>
        </p:nvSpPr>
        <p:spPr>
          <a:xfrm>
            <a:off x="608076" y="4058382"/>
            <a:ext cx="36850" cy="21397"/>
          </a:xfrm>
          <a:prstGeom prst="rect">
            <a:avLst/>
          </a:prstGeom>
          <a:solidFill>
            <a:srgbClr val="4F5D6B"/>
          </a:solidFill>
          <a:ln w="12700">
            <a:solidFill>
              <a:srgbClr val="4F5D6B"/>
            </a:solidFill>
            <a:prstDash val="solid"/>
          </a:ln>
        </p:spPr>
      </p:sp>
      <p:sp>
        <p:nvSpPr>
          <p:cNvPr id="28" name="Shape 26"/>
          <p:cNvSpPr/>
          <p:nvPr/>
        </p:nvSpPr>
        <p:spPr>
          <a:xfrm>
            <a:off x="667512" y="4059936"/>
            <a:ext cx="36850" cy="18288"/>
          </a:xfrm>
          <a:prstGeom prst="rect">
            <a:avLst/>
          </a:prstGeom>
          <a:solidFill>
            <a:srgbClr val="4F5D6B"/>
          </a:solidFill>
          <a:ln w="12700">
            <a:solidFill>
              <a:srgbClr val="4F5D6B"/>
            </a:solidFill>
            <a:prstDash val="solid"/>
          </a:ln>
        </p:spPr>
      </p:sp>
      <p:sp>
        <p:nvSpPr>
          <p:cNvPr id="29" name="Shape 27"/>
          <p:cNvSpPr/>
          <p:nvPr/>
        </p:nvSpPr>
        <p:spPr>
          <a:xfrm>
            <a:off x="726948" y="4059936"/>
            <a:ext cx="36850" cy="18288"/>
          </a:xfrm>
          <a:prstGeom prst="rect">
            <a:avLst/>
          </a:prstGeom>
          <a:solidFill>
            <a:srgbClr val="4F5D6B"/>
          </a:solidFill>
          <a:ln w="12700">
            <a:solidFill>
              <a:srgbClr val="4F5D6B"/>
            </a:solidFill>
            <a:prstDash val="solid"/>
          </a:ln>
        </p:spPr>
      </p:sp>
      <p:sp>
        <p:nvSpPr>
          <p:cNvPr id="30" name="Shape 28"/>
          <p:cNvSpPr/>
          <p:nvPr/>
        </p:nvSpPr>
        <p:spPr>
          <a:xfrm>
            <a:off x="786384" y="4059936"/>
            <a:ext cx="36850" cy="18288"/>
          </a:xfrm>
          <a:prstGeom prst="rect">
            <a:avLst/>
          </a:prstGeom>
          <a:solidFill>
            <a:srgbClr val="4F5D6B"/>
          </a:solidFill>
          <a:ln w="12700">
            <a:solidFill>
              <a:srgbClr val="4F5D6B"/>
            </a:solidFill>
            <a:prstDash val="solid"/>
          </a:ln>
        </p:spPr>
      </p:sp>
      <p:sp>
        <p:nvSpPr>
          <p:cNvPr id="31" name="Shape 29"/>
          <p:cNvSpPr/>
          <p:nvPr/>
        </p:nvSpPr>
        <p:spPr>
          <a:xfrm>
            <a:off x="845820" y="4059616"/>
            <a:ext cx="36850" cy="18928"/>
          </a:xfrm>
          <a:prstGeom prst="rect">
            <a:avLst/>
          </a:prstGeom>
          <a:solidFill>
            <a:srgbClr val="4F5D6B"/>
          </a:solidFill>
          <a:ln w="12700">
            <a:solidFill>
              <a:srgbClr val="4F5D6B"/>
            </a:solidFill>
            <a:prstDash val="solid"/>
          </a:ln>
        </p:spPr>
      </p:sp>
      <p:sp>
        <p:nvSpPr>
          <p:cNvPr id="32" name="Shape 30"/>
          <p:cNvSpPr/>
          <p:nvPr/>
        </p:nvSpPr>
        <p:spPr>
          <a:xfrm>
            <a:off x="905256" y="4059936"/>
            <a:ext cx="36850" cy="18288"/>
          </a:xfrm>
          <a:prstGeom prst="rect">
            <a:avLst/>
          </a:prstGeom>
          <a:solidFill>
            <a:srgbClr val="4F5D6B"/>
          </a:solidFill>
          <a:ln w="12700">
            <a:solidFill>
              <a:srgbClr val="4F5D6B"/>
            </a:solidFill>
            <a:prstDash val="solid"/>
          </a:ln>
        </p:spPr>
      </p:sp>
      <p:sp>
        <p:nvSpPr>
          <p:cNvPr id="33" name="Shape 31"/>
          <p:cNvSpPr/>
          <p:nvPr/>
        </p:nvSpPr>
        <p:spPr>
          <a:xfrm>
            <a:off x="964692" y="4059936"/>
            <a:ext cx="36850" cy="18288"/>
          </a:xfrm>
          <a:prstGeom prst="rect">
            <a:avLst/>
          </a:prstGeom>
          <a:solidFill>
            <a:srgbClr val="4F5D6B"/>
          </a:solidFill>
          <a:ln w="12700">
            <a:solidFill>
              <a:srgbClr val="4F5D6B"/>
            </a:solidFill>
            <a:prstDash val="solid"/>
          </a:ln>
        </p:spPr>
      </p:sp>
      <p:sp>
        <p:nvSpPr>
          <p:cNvPr id="34" name="Shape 32"/>
          <p:cNvSpPr/>
          <p:nvPr/>
        </p:nvSpPr>
        <p:spPr>
          <a:xfrm>
            <a:off x="1024128" y="4058382"/>
            <a:ext cx="36850" cy="21397"/>
          </a:xfrm>
          <a:prstGeom prst="rect">
            <a:avLst/>
          </a:prstGeom>
          <a:solidFill>
            <a:srgbClr val="4F5D6B"/>
          </a:solidFill>
          <a:ln w="12700">
            <a:solidFill>
              <a:srgbClr val="4F5D6B"/>
            </a:solidFill>
            <a:prstDash val="solid"/>
          </a:ln>
        </p:spPr>
      </p:sp>
      <p:sp>
        <p:nvSpPr>
          <p:cNvPr id="35" name="Shape 33"/>
          <p:cNvSpPr/>
          <p:nvPr/>
        </p:nvSpPr>
        <p:spPr>
          <a:xfrm>
            <a:off x="1083564" y="4057970"/>
            <a:ext cx="36850" cy="22220"/>
          </a:xfrm>
          <a:prstGeom prst="rect">
            <a:avLst/>
          </a:prstGeom>
          <a:solidFill>
            <a:srgbClr val="4F5D6B"/>
          </a:solidFill>
          <a:ln w="12700">
            <a:solidFill>
              <a:srgbClr val="4F5D6B"/>
            </a:solidFill>
            <a:prstDash val="solid"/>
          </a:ln>
        </p:spPr>
      </p:sp>
      <p:sp>
        <p:nvSpPr>
          <p:cNvPr id="36" name="Shape 34"/>
          <p:cNvSpPr/>
          <p:nvPr/>
        </p:nvSpPr>
        <p:spPr>
          <a:xfrm>
            <a:off x="1143000" y="4059936"/>
            <a:ext cx="36850" cy="18288"/>
          </a:xfrm>
          <a:prstGeom prst="rect">
            <a:avLst/>
          </a:prstGeom>
          <a:solidFill>
            <a:srgbClr val="4F5D6B"/>
          </a:solidFill>
          <a:ln w="12700">
            <a:solidFill>
              <a:srgbClr val="4F5D6B"/>
            </a:solidFill>
            <a:prstDash val="solid"/>
          </a:ln>
        </p:spPr>
      </p:sp>
      <p:sp>
        <p:nvSpPr>
          <p:cNvPr id="37" name="Shape 35"/>
          <p:cNvSpPr/>
          <p:nvPr/>
        </p:nvSpPr>
        <p:spPr>
          <a:xfrm>
            <a:off x="1202436" y="4059936"/>
            <a:ext cx="36850" cy="18288"/>
          </a:xfrm>
          <a:prstGeom prst="rect">
            <a:avLst/>
          </a:prstGeom>
          <a:solidFill>
            <a:srgbClr val="4F5D6B"/>
          </a:solidFill>
          <a:ln w="12700">
            <a:solidFill>
              <a:srgbClr val="4F5D6B"/>
            </a:solidFill>
            <a:prstDash val="solid"/>
          </a:ln>
        </p:spPr>
      </p:sp>
      <p:sp>
        <p:nvSpPr>
          <p:cNvPr id="38" name="Shape 36"/>
          <p:cNvSpPr/>
          <p:nvPr/>
        </p:nvSpPr>
        <p:spPr>
          <a:xfrm>
            <a:off x="1261872" y="4059936"/>
            <a:ext cx="36850" cy="18288"/>
          </a:xfrm>
          <a:prstGeom prst="rect">
            <a:avLst/>
          </a:prstGeom>
          <a:solidFill>
            <a:srgbClr val="4F5D6B"/>
          </a:solidFill>
          <a:ln w="12700">
            <a:solidFill>
              <a:srgbClr val="4F5D6B"/>
            </a:solidFill>
            <a:prstDash val="solid"/>
          </a:ln>
        </p:spPr>
      </p:sp>
      <p:sp>
        <p:nvSpPr>
          <p:cNvPr id="39" name="Shape 37"/>
          <p:cNvSpPr/>
          <p:nvPr/>
        </p:nvSpPr>
        <p:spPr>
          <a:xfrm>
            <a:off x="1321308" y="4059936"/>
            <a:ext cx="36850" cy="18288"/>
          </a:xfrm>
          <a:prstGeom prst="rect">
            <a:avLst/>
          </a:prstGeom>
          <a:solidFill>
            <a:srgbClr val="4F5D6B"/>
          </a:solidFill>
          <a:ln w="12700">
            <a:solidFill>
              <a:srgbClr val="4F5D6B"/>
            </a:solidFill>
            <a:prstDash val="solid"/>
          </a:ln>
        </p:spPr>
      </p:sp>
      <p:sp>
        <p:nvSpPr>
          <p:cNvPr id="40" name="Shape 38"/>
          <p:cNvSpPr/>
          <p:nvPr/>
        </p:nvSpPr>
        <p:spPr>
          <a:xfrm>
            <a:off x="1380744" y="4059936"/>
            <a:ext cx="36850" cy="18288"/>
          </a:xfrm>
          <a:prstGeom prst="rect">
            <a:avLst/>
          </a:prstGeom>
          <a:solidFill>
            <a:srgbClr val="4F5D6B"/>
          </a:solidFill>
          <a:ln w="12700">
            <a:solidFill>
              <a:srgbClr val="4F5D6B"/>
            </a:solidFill>
            <a:prstDash val="solid"/>
          </a:ln>
        </p:spPr>
      </p:sp>
      <p:sp>
        <p:nvSpPr>
          <p:cNvPr id="41" name="Shape 39"/>
          <p:cNvSpPr/>
          <p:nvPr/>
        </p:nvSpPr>
        <p:spPr>
          <a:xfrm>
            <a:off x="1440180" y="4059616"/>
            <a:ext cx="36850" cy="18928"/>
          </a:xfrm>
          <a:prstGeom prst="rect">
            <a:avLst/>
          </a:prstGeom>
          <a:solidFill>
            <a:srgbClr val="4F5D6B"/>
          </a:solidFill>
          <a:ln w="12700">
            <a:solidFill>
              <a:srgbClr val="4F5D6B"/>
            </a:solidFill>
            <a:prstDash val="solid"/>
          </a:ln>
        </p:spPr>
      </p:sp>
      <p:sp>
        <p:nvSpPr>
          <p:cNvPr id="42" name="Shape 40"/>
          <p:cNvSpPr/>
          <p:nvPr/>
        </p:nvSpPr>
        <p:spPr>
          <a:xfrm>
            <a:off x="1499616" y="4058382"/>
            <a:ext cx="36850" cy="21397"/>
          </a:xfrm>
          <a:prstGeom prst="rect">
            <a:avLst/>
          </a:prstGeom>
          <a:solidFill>
            <a:srgbClr val="4F5D6B"/>
          </a:solidFill>
          <a:ln w="12700">
            <a:solidFill>
              <a:srgbClr val="4F5D6B"/>
            </a:solidFill>
            <a:prstDash val="solid"/>
          </a:ln>
        </p:spPr>
      </p:sp>
      <p:sp>
        <p:nvSpPr>
          <p:cNvPr id="43" name="Shape 41"/>
          <p:cNvSpPr/>
          <p:nvPr/>
        </p:nvSpPr>
        <p:spPr>
          <a:xfrm>
            <a:off x="1559052" y="4057559"/>
            <a:ext cx="36850" cy="23043"/>
          </a:xfrm>
          <a:prstGeom prst="rect">
            <a:avLst/>
          </a:prstGeom>
          <a:solidFill>
            <a:srgbClr val="4F5D6B"/>
          </a:solidFill>
          <a:ln w="12700">
            <a:solidFill>
              <a:srgbClr val="4F5D6B"/>
            </a:solidFill>
            <a:prstDash val="solid"/>
          </a:ln>
        </p:spPr>
      </p:sp>
      <p:sp>
        <p:nvSpPr>
          <p:cNvPr id="44" name="Shape 42"/>
          <p:cNvSpPr/>
          <p:nvPr/>
        </p:nvSpPr>
        <p:spPr>
          <a:xfrm>
            <a:off x="1618488" y="4054678"/>
            <a:ext cx="36850" cy="28804"/>
          </a:xfrm>
          <a:prstGeom prst="rect">
            <a:avLst/>
          </a:prstGeom>
          <a:solidFill>
            <a:srgbClr val="4F5D6B"/>
          </a:solidFill>
          <a:ln w="12700">
            <a:solidFill>
              <a:srgbClr val="4F5D6B"/>
            </a:solidFill>
            <a:prstDash val="solid"/>
          </a:ln>
        </p:spPr>
      </p:sp>
      <p:sp>
        <p:nvSpPr>
          <p:cNvPr id="45" name="Shape 43"/>
          <p:cNvSpPr/>
          <p:nvPr/>
        </p:nvSpPr>
        <p:spPr>
          <a:xfrm>
            <a:off x="1677924" y="4058793"/>
            <a:ext cx="36850" cy="20574"/>
          </a:xfrm>
          <a:prstGeom prst="rect">
            <a:avLst/>
          </a:prstGeom>
          <a:solidFill>
            <a:srgbClr val="4F5D6B"/>
          </a:solidFill>
          <a:ln w="12700">
            <a:solidFill>
              <a:srgbClr val="4F5D6B"/>
            </a:solidFill>
            <a:prstDash val="solid"/>
          </a:ln>
        </p:spPr>
      </p:sp>
      <p:sp>
        <p:nvSpPr>
          <p:cNvPr id="46" name="Shape 44"/>
          <p:cNvSpPr/>
          <p:nvPr/>
        </p:nvSpPr>
        <p:spPr>
          <a:xfrm>
            <a:off x="1737360" y="4053855"/>
            <a:ext cx="36850" cy="30450"/>
          </a:xfrm>
          <a:prstGeom prst="rect">
            <a:avLst/>
          </a:prstGeom>
          <a:solidFill>
            <a:srgbClr val="4F5D6B"/>
          </a:solidFill>
          <a:ln w="12700">
            <a:solidFill>
              <a:srgbClr val="4F5D6B"/>
            </a:solidFill>
            <a:prstDash val="solid"/>
          </a:ln>
        </p:spPr>
      </p:sp>
      <p:sp>
        <p:nvSpPr>
          <p:cNvPr id="47" name="Shape 45"/>
          <p:cNvSpPr/>
          <p:nvPr/>
        </p:nvSpPr>
        <p:spPr>
          <a:xfrm>
            <a:off x="1796796" y="4059616"/>
            <a:ext cx="36850" cy="18928"/>
          </a:xfrm>
          <a:prstGeom prst="rect">
            <a:avLst/>
          </a:prstGeom>
          <a:solidFill>
            <a:srgbClr val="4F5D6B"/>
          </a:solidFill>
          <a:ln w="12700">
            <a:solidFill>
              <a:srgbClr val="4F5D6B"/>
            </a:solidFill>
            <a:prstDash val="solid"/>
          </a:ln>
        </p:spPr>
      </p:sp>
      <p:sp>
        <p:nvSpPr>
          <p:cNvPr id="48" name="Shape 46"/>
          <p:cNvSpPr/>
          <p:nvPr/>
        </p:nvSpPr>
        <p:spPr>
          <a:xfrm>
            <a:off x="1856232" y="4057559"/>
            <a:ext cx="36850" cy="23043"/>
          </a:xfrm>
          <a:prstGeom prst="rect">
            <a:avLst/>
          </a:prstGeom>
          <a:solidFill>
            <a:srgbClr val="4F5D6B"/>
          </a:solidFill>
          <a:ln w="12700">
            <a:solidFill>
              <a:srgbClr val="4F5D6B"/>
            </a:solidFill>
            <a:prstDash val="solid"/>
          </a:ln>
        </p:spPr>
      </p:sp>
      <p:sp>
        <p:nvSpPr>
          <p:cNvPr id="49" name="Shape 47"/>
          <p:cNvSpPr/>
          <p:nvPr/>
        </p:nvSpPr>
        <p:spPr>
          <a:xfrm>
            <a:off x="1915668" y="4059936"/>
            <a:ext cx="36850" cy="18288"/>
          </a:xfrm>
          <a:prstGeom prst="rect">
            <a:avLst/>
          </a:prstGeom>
          <a:solidFill>
            <a:srgbClr val="4F5D6B"/>
          </a:solidFill>
          <a:ln w="12700">
            <a:solidFill>
              <a:srgbClr val="4F5D6B"/>
            </a:solidFill>
            <a:prstDash val="solid"/>
          </a:ln>
        </p:spPr>
      </p:sp>
      <p:sp>
        <p:nvSpPr>
          <p:cNvPr id="50" name="Shape 48"/>
          <p:cNvSpPr/>
          <p:nvPr/>
        </p:nvSpPr>
        <p:spPr>
          <a:xfrm>
            <a:off x="1975104" y="4059936"/>
            <a:ext cx="36850" cy="18288"/>
          </a:xfrm>
          <a:prstGeom prst="rect">
            <a:avLst/>
          </a:prstGeom>
          <a:solidFill>
            <a:srgbClr val="4F5D6B"/>
          </a:solidFill>
          <a:ln w="12700">
            <a:solidFill>
              <a:srgbClr val="4F5D6B"/>
            </a:solidFill>
            <a:prstDash val="solid"/>
          </a:ln>
        </p:spPr>
      </p:sp>
      <p:sp>
        <p:nvSpPr>
          <p:cNvPr id="51" name="Shape 49"/>
          <p:cNvSpPr/>
          <p:nvPr/>
        </p:nvSpPr>
        <p:spPr>
          <a:xfrm>
            <a:off x="2034540" y="4053444"/>
            <a:ext cx="36850" cy="31272"/>
          </a:xfrm>
          <a:prstGeom prst="rect">
            <a:avLst/>
          </a:prstGeom>
          <a:solidFill>
            <a:srgbClr val="4F5D6B"/>
          </a:solidFill>
          <a:ln w="12700">
            <a:solidFill>
              <a:srgbClr val="4F5D6B"/>
            </a:solidFill>
            <a:prstDash val="solid"/>
          </a:ln>
        </p:spPr>
      </p:sp>
      <p:sp>
        <p:nvSpPr>
          <p:cNvPr id="52" name="Shape 50"/>
          <p:cNvSpPr/>
          <p:nvPr/>
        </p:nvSpPr>
        <p:spPr>
          <a:xfrm>
            <a:off x="2093976" y="4059616"/>
            <a:ext cx="36850" cy="18928"/>
          </a:xfrm>
          <a:prstGeom prst="rect">
            <a:avLst/>
          </a:prstGeom>
          <a:solidFill>
            <a:srgbClr val="4F5D6B"/>
          </a:solidFill>
          <a:ln w="12700">
            <a:solidFill>
              <a:srgbClr val="4F5D6B"/>
            </a:solidFill>
            <a:prstDash val="solid"/>
          </a:ln>
        </p:spPr>
      </p:sp>
      <p:sp>
        <p:nvSpPr>
          <p:cNvPr id="53" name="Shape 51"/>
          <p:cNvSpPr/>
          <p:nvPr/>
        </p:nvSpPr>
        <p:spPr>
          <a:xfrm>
            <a:off x="2153412" y="4059616"/>
            <a:ext cx="36850" cy="18928"/>
          </a:xfrm>
          <a:prstGeom prst="rect">
            <a:avLst/>
          </a:prstGeom>
          <a:solidFill>
            <a:srgbClr val="4F5D6B"/>
          </a:solidFill>
          <a:ln w="12700">
            <a:solidFill>
              <a:srgbClr val="4F5D6B"/>
            </a:solidFill>
            <a:prstDash val="solid"/>
          </a:ln>
        </p:spPr>
      </p:sp>
      <p:sp>
        <p:nvSpPr>
          <p:cNvPr id="54" name="Shape 52"/>
          <p:cNvSpPr/>
          <p:nvPr/>
        </p:nvSpPr>
        <p:spPr>
          <a:xfrm>
            <a:off x="2212848" y="4059936"/>
            <a:ext cx="36850" cy="18288"/>
          </a:xfrm>
          <a:prstGeom prst="rect">
            <a:avLst/>
          </a:prstGeom>
          <a:solidFill>
            <a:srgbClr val="4F5D6B"/>
          </a:solidFill>
          <a:ln w="12700">
            <a:solidFill>
              <a:srgbClr val="4F5D6B"/>
            </a:solidFill>
            <a:prstDash val="solid"/>
          </a:ln>
        </p:spPr>
      </p:sp>
      <p:sp>
        <p:nvSpPr>
          <p:cNvPr id="55" name="Shape 53"/>
          <p:cNvSpPr/>
          <p:nvPr/>
        </p:nvSpPr>
        <p:spPr>
          <a:xfrm>
            <a:off x="2272284" y="4059936"/>
            <a:ext cx="36850" cy="18288"/>
          </a:xfrm>
          <a:prstGeom prst="rect">
            <a:avLst/>
          </a:prstGeom>
          <a:solidFill>
            <a:srgbClr val="4F5D6B"/>
          </a:solidFill>
          <a:ln w="12700">
            <a:solidFill>
              <a:srgbClr val="4F5D6B"/>
            </a:solidFill>
            <a:prstDash val="solid"/>
          </a:ln>
        </p:spPr>
      </p:sp>
      <p:sp>
        <p:nvSpPr>
          <p:cNvPr id="56" name="Shape 54"/>
          <p:cNvSpPr/>
          <p:nvPr/>
        </p:nvSpPr>
        <p:spPr>
          <a:xfrm>
            <a:off x="2331720" y="4057970"/>
            <a:ext cx="36850" cy="22220"/>
          </a:xfrm>
          <a:prstGeom prst="rect">
            <a:avLst/>
          </a:prstGeom>
          <a:solidFill>
            <a:srgbClr val="4F5D6B"/>
          </a:solidFill>
          <a:ln w="12700">
            <a:solidFill>
              <a:srgbClr val="4F5D6B"/>
            </a:solidFill>
            <a:prstDash val="solid"/>
          </a:ln>
        </p:spPr>
      </p:sp>
      <p:sp>
        <p:nvSpPr>
          <p:cNvPr id="57" name="Shape 55"/>
          <p:cNvSpPr/>
          <p:nvPr/>
        </p:nvSpPr>
        <p:spPr>
          <a:xfrm>
            <a:off x="2391156" y="4058382"/>
            <a:ext cx="36850" cy="21397"/>
          </a:xfrm>
          <a:prstGeom prst="rect">
            <a:avLst/>
          </a:prstGeom>
          <a:solidFill>
            <a:srgbClr val="4F5D6B"/>
          </a:solidFill>
          <a:ln w="12700">
            <a:solidFill>
              <a:srgbClr val="4F5D6B"/>
            </a:solidFill>
            <a:prstDash val="solid"/>
          </a:ln>
        </p:spPr>
      </p:sp>
      <p:sp>
        <p:nvSpPr>
          <p:cNvPr id="58" name="Shape 56"/>
          <p:cNvSpPr/>
          <p:nvPr/>
        </p:nvSpPr>
        <p:spPr>
          <a:xfrm>
            <a:off x="2450592" y="4059936"/>
            <a:ext cx="36850" cy="18288"/>
          </a:xfrm>
          <a:prstGeom prst="rect">
            <a:avLst/>
          </a:prstGeom>
          <a:solidFill>
            <a:srgbClr val="4F5D6B"/>
          </a:solidFill>
          <a:ln w="12700">
            <a:solidFill>
              <a:srgbClr val="4F5D6B"/>
            </a:solidFill>
            <a:prstDash val="solid"/>
          </a:ln>
        </p:spPr>
      </p:sp>
      <p:sp>
        <p:nvSpPr>
          <p:cNvPr id="59" name="Shape 57"/>
          <p:cNvSpPr/>
          <p:nvPr/>
        </p:nvSpPr>
        <p:spPr>
          <a:xfrm>
            <a:off x="2510028" y="4059936"/>
            <a:ext cx="36850" cy="18288"/>
          </a:xfrm>
          <a:prstGeom prst="rect">
            <a:avLst/>
          </a:prstGeom>
          <a:solidFill>
            <a:srgbClr val="4F5D6B"/>
          </a:solidFill>
          <a:ln w="12700">
            <a:solidFill>
              <a:srgbClr val="4F5D6B"/>
            </a:solidFill>
            <a:prstDash val="solid"/>
          </a:ln>
        </p:spPr>
      </p:sp>
      <p:sp>
        <p:nvSpPr>
          <p:cNvPr id="60" name="Shape 58"/>
          <p:cNvSpPr/>
          <p:nvPr/>
        </p:nvSpPr>
        <p:spPr>
          <a:xfrm>
            <a:off x="2569464" y="4006535"/>
            <a:ext cx="36850" cy="125090"/>
          </a:xfrm>
          <a:prstGeom prst="rect">
            <a:avLst/>
          </a:prstGeom>
          <a:solidFill>
            <a:srgbClr val="4F5D6B"/>
          </a:solidFill>
          <a:ln w="12700">
            <a:solidFill>
              <a:srgbClr val="4F5D6B"/>
            </a:solidFill>
            <a:prstDash val="solid"/>
          </a:ln>
        </p:spPr>
      </p:sp>
      <p:sp>
        <p:nvSpPr>
          <p:cNvPr id="61" name="Shape 59"/>
          <p:cNvSpPr/>
          <p:nvPr/>
        </p:nvSpPr>
        <p:spPr>
          <a:xfrm>
            <a:off x="2628900" y="3817666"/>
            <a:ext cx="36850" cy="502829"/>
          </a:xfrm>
          <a:prstGeom prst="rect">
            <a:avLst/>
          </a:prstGeom>
          <a:solidFill>
            <a:srgbClr val="4F5D6B"/>
          </a:solidFill>
          <a:ln w="12700">
            <a:solidFill>
              <a:srgbClr val="4F5D6B"/>
            </a:solidFill>
            <a:prstDash val="solid"/>
          </a:ln>
        </p:spPr>
      </p:sp>
      <p:sp>
        <p:nvSpPr>
          <p:cNvPr id="62" name="Shape 60"/>
          <p:cNvSpPr/>
          <p:nvPr/>
        </p:nvSpPr>
        <p:spPr>
          <a:xfrm>
            <a:off x="2688336" y="3864986"/>
            <a:ext cx="36850" cy="408188"/>
          </a:xfrm>
          <a:prstGeom prst="rect">
            <a:avLst/>
          </a:prstGeom>
          <a:solidFill>
            <a:srgbClr val="4F5D6B"/>
          </a:solidFill>
          <a:ln w="12700">
            <a:solidFill>
              <a:srgbClr val="4F5D6B"/>
            </a:solidFill>
            <a:prstDash val="solid"/>
          </a:ln>
        </p:spPr>
      </p:sp>
      <p:sp>
        <p:nvSpPr>
          <p:cNvPr id="63" name="Shape 61"/>
          <p:cNvSpPr/>
          <p:nvPr/>
        </p:nvSpPr>
        <p:spPr>
          <a:xfrm>
            <a:off x="2747772" y="3920947"/>
            <a:ext cx="36850" cy="296266"/>
          </a:xfrm>
          <a:prstGeom prst="rect">
            <a:avLst/>
          </a:prstGeom>
          <a:solidFill>
            <a:srgbClr val="4F5D6B"/>
          </a:solidFill>
          <a:ln w="12700">
            <a:solidFill>
              <a:srgbClr val="4F5D6B"/>
            </a:solidFill>
            <a:prstDash val="solid"/>
          </a:ln>
        </p:spPr>
      </p:sp>
      <p:sp>
        <p:nvSpPr>
          <p:cNvPr id="64" name="Shape 62"/>
          <p:cNvSpPr/>
          <p:nvPr/>
        </p:nvSpPr>
        <p:spPr>
          <a:xfrm>
            <a:off x="2807208" y="3815197"/>
            <a:ext cx="36850" cy="507766"/>
          </a:xfrm>
          <a:prstGeom prst="rect">
            <a:avLst/>
          </a:prstGeom>
          <a:solidFill>
            <a:srgbClr val="4F5D6B"/>
          </a:solidFill>
          <a:ln w="12700">
            <a:solidFill>
              <a:srgbClr val="4F5D6B"/>
            </a:solidFill>
            <a:prstDash val="solid"/>
          </a:ln>
        </p:spPr>
      </p:sp>
      <p:sp>
        <p:nvSpPr>
          <p:cNvPr id="65" name="Shape 63"/>
          <p:cNvSpPr/>
          <p:nvPr/>
        </p:nvSpPr>
        <p:spPr>
          <a:xfrm>
            <a:off x="2866644" y="3987607"/>
            <a:ext cx="36850" cy="162946"/>
          </a:xfrm>
          <a:prstGeom prst="rect">
            <a:avLst/>
          </a:prstGeom>
          <a:solidFill>
            <a:srgbClr val="4F5D6B"/>
          </a:solidFill>
          <a:ln w="12700">
            <a:solidFill>
              <a:srgbClr val="4F5D6B"/>
            </a:solidFill>
            <a:prstDash val="solid"/>
          </a:ln>
        </p:spPr>
      </p:sp>
      <p:sp>
        <p:nvSpPr>
          <p:cNvPr id="66" name="Shape 64"/>
          <p:cNvSpPr/>
          <p:nvPr/>
        </p:nvSpPr>
        <p:spPr>
          <a:xfrm>
            <a:off x="2926080" y="3783101"/>
            <a:ext cx="36850" cy="571957"/>
          </a:xfrm>
          <a:prstGeom prst="rect">
            <a:avLst/>
          </a:prstGeom>
          <a:solidFill>
            <a:srgbClr val="4F5D6B"/>
          </a:solidFill>
          <a:ln w="12700">
            <a:solidFill>
              <a:srgbClr val="4F5D6B"/>
            </a:solidFill>
            <a:prstDash val="solid"/>
          </a:ln>
        </p:spPr>
      </p:sp>
      <p:sp>
        <p:nvSpPr>
          <p:cNvPr id="67" name="Shape 65"/>
          <p:cNvSpPr/>
          <p:nvPr/>
        </p:nvSpPr>
        <p:spPr>
          <a:xfrm>
            <a:off x="2985516" y="3657600"/>
            <a:ext cx="36850" cy="822960"/>
          </a:xfrm>
          <a:prstGeom prst="rect">
            <a:avLst/>
          </a:prstGeom>
          <a:solidFill>
            <a:srgbClr val="4F5D6B"/>
          </a:solidFill>
          <a:ln w="12700">
            <a:solidFill>
              <a:srgbClr val="4F5D6B"/>
            </a:solidFill>
            <a:prstDash val="solid"/>
          </a:ln>
        </p:spPr>
      </p:sp>
      <p:sp>
        <p:nvSpPr>
          <p:cNvPr id="68" name="Shape 66"/>
          <p:cNvSpPr/>
          <p:nvPr/>
        </p:nvSpPr>
        <p:spPr>
          <a:xfrm>
            <a:off x="3044952" y="3841532"/>
            <a:ext cx="36850" cy="455097"/>
          </a:xfrm>
          <a:prstGeom prst="rect">
            <a:avLst/>
          </a:prstGeom>
          <a:solidFill>
            <a:srgbClr val="4F5D6B"/>
          </a:solidFill>
          <a:ln w="12700">
            <a:solidFill>
              <a:srgbClr val="4F5D6B"/>
            </a:solidFill>
            <a:prstDash val="solid"/>
          </a:ln>
        </p:spPr>
      </p:sp>
      <p:sp>
        <p:nvSpPr>
          <p:cNvPr id="69" name="Shape 67"/>
          <p:cNvSpPr/>
          <p:nvPr/>
        </p:nvSpPr>
        <p:spPr>
          <a:xfrm>
            <a:off x="3104388" y="4047272"/>
            <a:ext cx="36850" cy="43617"/>
          </a:xfrm>
          <a:prstGeom prst="rect">
            <a:avLst/>
          </a:prstGeom>
          <a:solidFill>
            <a:srgbClr val="4F5D6B"/>
          </a:solidFill>
          <a:ln w="12700">
            <a:solidFill>
              <a:srgbClr val="4F5D6B"/>
            </a:solidFill>
            <a:prstDash val="solid"/>
          </a:ln>
        </p:spPr>
      </p:sp>
      <p:sp>
        <p:nvSpPr>
          <p:cNvPr id="70" name="Shape 68"/>
          <p:cNvSpPr/>
          <p:nvPr/>
        </p:nvSpPr>
        <p:spPr>
          <a:xfrm>
            <a:off x="3163824" y="4050563"/>
            <a:ext cx="36850" cy="37033"/>
          </a:xfrm>
          <a:prstGeom prst="rect">
            <a:avLst/>
          </a:prstGeom>
          <a:solidFill>
            <a:srgbClr val="4F5D6B"/>
          </a:solidFill>
          <a:ln w="12700">
            <a:solidFill>
              <a:srgbClr val="4F5D6B"/>
            </a:solidFill>
            <a:prstDash val="solid"/>
          </a:ln>
        </p:spPr>
      </p:sp>
      <p:sp>
        <p:nvSpPr>
          <p:cNvPr id="71" name="Shape 69"/>
          <p:cNvSpPr/>
          <p:nvPr/>
        </p:nvSpPr>
        <p:spPr>
          <a:xfrm>
            <a:off x="3223260" y="3965387"/>
            <a:ext cx="36850" cy="207386"/>
          </a:xfrm>
          <a:prstGeom prst="rect">
            <a:avLst/>
          </a:prstGeom>
          <a:solidFill>
            <a:srgbClr val="4F5D6B"/>
          </a:solidFill>
          <a:ln w="12700">
            <a:solidFill>
              <a:srgbClr val="4F5D6B"/>
            </a:solidFill>
            <a:prstDash val="solid"/>
          </a:ln>
        </p:spPr>
      </p:sp>
      <p:sp>
        <p:nvSpPr>
          <p:cNvPr id="72" name="Shape 70"/>
          <p:cNvSpPr/>
          <p:nvPr/>
        </p:nvSpPr>
        <p:spPr>
          <a:xfrm>
            <a:off x="3282696" y="3776518"/>
            <a:ext cx="36850" cy="585125"/>
          </a:xfrm>
          <a:prstGeom prst="rect">
            <a:avLst/>
          </a:prstGeom>
          <a:solidFill>
            <a:srgbClr val="4F5D6B"/>
          </a:solidFill>
          <a:ln w="12700">
            <a:solidFill>
              <a:srgbClr val="4F5D6B"/>
            </a:solidFill>
            <a:prstDash val="solid"/>
          </a:ln>
        </p:spPr>
      </p:sp>
      <p:sp>
        <p:nvSpPr>
          <p:cNvPr id="73" name="Shape 71"/>
          <p:cNvSpPr/>
          <p:nvPr/>
        </p:nvSpPr>
        <p:spPr>
          <a:xfrm>
            <a:off x="3342132" y="3951397"/>
            <a:ext cx="36850" cy="235367"/>
          </a:xfrm>
          <a:prstGeom prst="rect">
            <a:avLst/>
          </a:prstGeom>
          <a:solidFill>
            <a:srgbClr val="4F5D6B"/>
          </a:solidFill>
          <a:ln w="12700">
            <a:solidFill>
              <a:srgbClr val="4F5D6B"/>
            </a:solidFill>
            <a:prstDash val="solid"/>
          </a:ln>
        </p:spPr>
      </p:sp>
      <p:sp>
        <p:nvSpPr>
          <p:cNvPr id="74" name="Shape 72"/>
          <p:cNvSpPr/>
          <p:nvPr/>
        </p:nvSpPr>
        <p:spPr>
          <a:xfrm>
            <a:off x="3401568" y="3927119"/>
            <a:ext cx="36850" cy="283921"/>
          </a:xfrm>
          <a:prstGeom prst="rect">
            <a:avLst/>
          </a:prstGeom>
          <a:solidFill>
            <a:srgbClr val="4F5D6B"/>
          </a:solidFill>
          <a:ln w="12700">
            <a:solidFill>
              <a:srgbClr val="4F5D6B"/>
            </a:solidFill>
            <a:prstDash val="solid"/>
          </a:ln>
        </p:spPr>
      </p:sp>
      <p:sp>
        <p:nvSpPr>
          <p:cNvPr id="75" name="Shape 73"/>
          <p:cNvSpPr/>
          <p:nvPr/>
        </p:nvSpPr>
        <p:spPr>
          <a:xfrm>
            <a:off x="3461004" y="3723025"/>
            <a:ext cx="36850" cy="692109"/>
          </a:xfrm>
          <a:prstGeom prst="rect">
            <a:avLst/>
          </a:prstGeom>
          <a:solidFill>
            <a:srgbClr val="4F5D6B"/>
          </a:solidFill>
          <a:ln w="12700">
            <a:solidFill>
              <a:srgbClr val="4F5D6B"/>
            </a:solidFill>
            <a:prstDash val="solid"/>
          </a:ln>
        </p:spPr>
      </p:sp>
      <p:sp>
        <p:nvSpPr>
          <p:cNvPr id="76" name="Shape 74"/>
          <p:cNvSpPr/>
          <p:nvPr/>
        </p:nvSpPr>
        <p:spPr>
          <a:xfrm>
            <a:off x="3520440" y="3819723"/>
            <a:ext cx="36850" cy="498714"/>
          </a:xfrm>
          <a:prstGeom prst="rect">
            <a:avLst/>
          </a:prstGeom>
          <a:solidFill>
            <a:srgbClr val="4F5D6B"/>
          </a:solidFill>
          <a:ln w="12700">
            <a:solidFill>
              <a:srgbClr val="4F5D6B"/>
            </a:solidFill>
            <a:prstDash val="solid"/>
          </a:ln>
        </p:spPr>
      </p:sp>
      <p:sp>
        <p:nvSpPr>
          <p:cNvPr id="77" name="Shape 75"/>
          <p:cNvSpPr/>
          <p:nvPr/>
        </p:nvSpPr>
        <p:spPr>
          <a:xfrm>
            <a:off x="3579876" y="4025875"/>
            <a:ext cx="36850" cy="86411"/>
          </a:xfrm>
          <a:prstGeom prst="rect">
            <a:avLst/>
          </a:prstGeom>
          <a:solidFill>
            <a:srgbClr val="4F5D6B"/>
          </a:solidFill>
          <a:ln w="12700">
            <a:solidFill>
              <a:srgbClr val="4F5D6B"/>
            </a:solidFill>
            <a:prstDash val="solid"/>
          </a:ln>
        </p:spPr>
      </p:sp>
      <p:sp>
        <p:nvSpPr>
          <p:cNvPr id="78" name="Shape 76"/>
          <p:cNvSpPr/>
          <p:nvPr/>
        </p:nvSpPr>
        <p:spPr>
          <a:xfrm>
            <a:off x="3639312" y="4020525"/>
            <a:ext cx="36850" cy="97109"/>
          </a:xfrm>
          <a:prstGeom prst="rect">
            <a:avLst/>
          </a:prstGeom>
          <a:solidFill>
            <a:srgbClr val="4F5D6B"/>
          </a:solidFill>
          <a:ln w="12700">
            <a:solidFill>
              <a:srgbClr val="4F5D6B"/>
            </a:solidFill>
            <a:prstDash val="solid"/>
          </a:ln>
        </p:spPr>
      </p:sp>
      <p:sp>
        <p:nvSpPr>
          <p:cNvPr id="79" name="Shape 77"/>
          <p:cNvSpPr/>
          <p:nvPr/>
        </p:nvSpPr>
        <p:spPr>
          <a:xfrm>
            <a:off x="3698748" y="3908603"/>
            <a:ext cx="36850" cy="320954"/>
          </a:xfrm>
          <a:prstGeom prst="rect">
            <a:avLst/>
          </a:prstGeom>
          <a:solidFill>
            <a:srgbClr val="4F5D6B"/>
          </a:solidFill>
          <a:ln w="12700">
            <a:solidFill>
              <a:srgbClr val="4F5D6B"/>
            </a:solidFill>
            <a:prstDash val="solid"/>
          </a:ln>
        </p:spPr>
      </p:sp>
      <p:sp>
        <p:nvSpPr>
          <p:cNvPr id="80" name="Shape 78"/>
          <p:cNvSpPr/>
          <p:nvPr/>
        </p:nvSpPr>
        <p:spPr>
          <a:xfrm>
            <a:off x="3758184" y="3967033"/>
            <a:ext cx="36850" cy="204094"/>
          </a:xfrm>
          <a:prstGeom prst="rect">
            <a:avLst/>
          </a:prstGeom>
          <a:solidFill>
            <a:srgbClr val="4F5D6B"/>
          </a:solidFill>
          <a:ln w="12700">
            <a:solidFill>
              <a:srgbClr val="4F5D6B"/>
            </a:solidFill>
            <a:prstDash val="solid"/>
          </a:ln>
        </p:spPr>
      </p:sp>
      <p:sp>
        <p:nvSpPr>
          <p:cNvPr id="81" name="Shape 79"/>
          <p:cNvSpPr/>
          <p:nvPr/>
        </p:nvSpPr>
        <p:spPr>
          <a:xfrm>
            <a:off x="3817620" y="3781455"/>
            <a:ext cx="36850" cy="575249"/>
          </a:xfrm>
          <a:prstGeom prst="rect">
            <a:avLst/>
          </a:prstGeom>
          <a:solidFill>
            <a:srgbClr val="4F5D6B"/>
          </a:solidFill>
          <a:ln w="12700">
            <a:solidFill>
              <a:srgbClr val="4F5D6B"/>
            </a:solidFill>
            <a:prstDash val="solid"/>
          </a:ln>
        </p:spPr>
      </p:sp>
      <p:sp>
        <p:nvSpPr>
          <p:cNvPr id="82" name="Shape 80"/>
          <p:cNvSpPr/>
          <p:nvPr/>
        </p:nvSpPr>
        <p:spPr>
          <a:xfrm>
            <a:off x="3877056" y="3807379"/>
            <a:ext cx="36850" cy="523403"/>
          </a:xfrm>
          <a:prstGeom prst="rect">
            <a:avLst/>
          </a:prstGeom>
          <a:solidFill>
            <a:srgbClr val="4F5D6B"/>
          </a:solidFill>
          <a:ln w="12700">
            <a:solidFill>
              <a:srgbClr val="4F5D6B"/>
            </a:solidFill>
            <a:prstDash val="solid"/>
          </a:ln>
        </p:spPr>
      </p:sp>
      <p:sp>
        <p:nvSpPr>
          <p:cNvPr id="83" name="Shape 81"/>
          <p:cNvSpPr/>
          <p:nvPr/>
        </p:nvSpPr>
        <p:spPr>
          <a:xfrm>
            <a:off x="3936492" y="3784336"/>
            <a:ext cx="36850" cy="569488"/>
          </a:xfrm>
          <a:prstGeom prst="rect">
            <a:avLst/>
          </a:prstGeom>
          <a:solidFill>
            <a:srgbClr val="4F5D6B"/>
          </a:solidFill>
          <a:ln w="12700">
            <a:solidFill>
              <a:srgbClr val="4F5D6B"/>
            </a:solidFill>
            <a:prstDash val="solid"/>
          </a:ln>
        </p:spPr>
      </p:sp>
      <p:sp>
        <p:nvSpPr>
          <p:cNvPr id="84" name="Shape 82"/>
          <p:cNvSpPr/>
          <p:nvPr/>
        </p:nvSpPr>
        <p:spPr>
          <a:xfrm>
            <a:off x="3995928" y="3814785"/>
            <a:ext cx="36850" cy="508589"/>
          </a:xfrm>
          <a:prstGeom prst="rect">
            <a:avLst/>
          </a:prstGeom>
          <a:solidFill>
            <a:srgbClr val="4F5D6B"/>
          </a:solidFill>
          <a:ln w="12700">
            <a:solidFill>
              <a:srgbClr val="4F5D6B"/>
            </a:solidFill>
            <a:prstDash val="solid"/>
          </a:ln>
        </p:spPr>
      </p:sp>
      <p:sp>
        <p:nvSpPr>
          <p:cNvPr id="85" name="Shape 83"/>
          <p:cNvSpPr/>
          <p:nvPr/>
        </p:nvSpPr>
        <p:spPr>
          <a:xfrm>
            <a:off x="4055364" y="3736604"/>
            <a:ext cx="36850" cy="664952"/>
          </a:xfrm>
          <a:prstGeom prst="rect">
            <a:avLst/>
          </a:prstGeom>
          <a:solidFill>
            <a:srgbClr val="4F5D6B"/>
          </a:solidFill>
          <a:ln w="12700">
            <a:solidFill>
              <a:srgbClr val="4F5D6B"/>
            </a:solidFill>
            <a:prstDash val="solid"/>
          </a:ln>
        </p:spPr>
      </p:sp>
      <p:sp>
        <p:nvSpPr>
          <p:cNvPr id="86" name="Text 84"/>
          <p:cNvSpPr txBox="1"/>
          <p:nvPr/>
        </p:nvSpPr>
        <p:spPr>
          <a:xfrm>
            <a:off x="4572000" y="3520440"/>
            <a:ext cx="70408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margin = genuine score − synthetic score</a:t>
            </a:r>
            <a:endParaRPr lang="en-US" sz="2000" dirty="0"/>
          </a:p>
        </p:txBody>
      </p:sp>
      <p:sp>
        <p:nvSpPr>
          <p:cNvPr id="87" name="Text 85"/>
          <p:cNvSpPr txBox="1"/>
          <p:nvPr/>
        </p:nvSpPr>
        <p:spPr>
          <a:xfrm>
            <a:off x="4572000" y="4114800"/>
            <a:ext cx="704088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Above zero, the model calls the clip genuine; below zero, synthetic. The size is confidence of a sort, not a probability.</a:t>
            </a:r>
            <a:endParaRPr lang="en-US" sz="1500" dirty="0"/>
          </a:p>
          <a:p>
            <a:pPr marL="342900" indent="-342900">
              <a:spcAft>
                <a:spcPts val="600"/>
              </a:spcAft>
              <a:buSzPct val="100000"/>
              <a:buChar char="•"/>
            </a:pPr>
            <a:r>
              <a:rPr lang="en-US" sz="1500" dirty="0">
                <a:solidFill>
                  <a:schemeClr val="tx1"/>
                </a:solidFill>
              </a:rPr>
              <a:t>About 300,000 weights, 1.3 MB. Small enough to send with every job.</a:t>
            </a:r>
            <a:endParaRPr lang="en-US" sz="1500" dirty="0"/>
          </a:p>
          <a:p>
            <a:pPr marL="342900" indent="-342900">
              <a:spcAft>
                <a:spcPts val="600"/>
              </a:spcAft>
              <a:buSzPct val="100000"/>
              <a:buChar char="•"/>
            </a:pPr>
            <a:r>
              <a:rPr lang="en-US" sz="1500" dirty="0">
                <a:solidFill>
                  <a:schemeClr val="tx1"/>
                </a:solidFill>
              </a:rPr>
              <a:t>Trained on ASVspoof 2019 only, so it knows 2019-era synthesis, not today's voice-cloning services.</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The camp question: does background noise fool it</a:t>
            </a:r>
            <a:endParaRPr lang="en-US" sz="3200" dirty="0"/>
          </a:p>
        </p:txBody>
      </p:sp>
      <p:graphicFrame>
        <p:nvGraphicFramePr>
          <p:cNvPr id="3" name="Chart 0" descr=""/>
          <p:cNvGraphicFramePr/>
          <p:nvPr/>
        </p:nvGraphicFramePr>
        <p:xfrm>
          <a:off x="548640" y="132588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463040"/>
            <a:ext cx="38404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team's experiment</a:t>
            </a:r>
            <a:endParaRPr lang="en-US" sz="1800" dirty="0"/>
          </a:p>
        </p:txBody>
      </p:sp>
      <p:sp>
        <p:nvSpPr>
          <p:cNvPr id="5" name="Text 2"/>
          <p:cNvSpPr txBox="1"/>
          <p:nvPr/>
        </p:nvSpPr>
        <p:spPr>
          <a:xfrm>
            <a:off x="7772400" y="2011680"/>
            <a:ext cx="3840480" cy="3657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8 showcase clips, 4 genuine and 4 synthetic.</a:t>
            </a:r>
            <a:endParaRPr lang="en-US" sz="1500" dirty="0"/>
          </a:p>
          <a:p>
            <a:pPr marL="342900" indent="-342900">
              <a:spcAft>
                <a:spcPts val="600"/>
              </a:spcAft>
              <a:buSzPct val="100000"/>
              <a:buChar char="•"/>
            </a:pPr>
            <a:r>
              <a:rPr lang="en-US" sz="1500" dirty="0">
                <a:solidFill>
                  <a:schemeClr val="tx1"/>
                </a:solidFill>
              </a:rPr>
              <a:t>Each clean and with white noise at 20, 10 and 0 dB signal-to-noise.</a:t>
            </a:r>
            <a:endParaRPr lang="en-US" sz="1500" dirty="0"/>
          </a:p>
          <a:p>
            <a:pPr marL="342900" indent="-342900">
              <a:spcAft>
                <a:spcPts val="600"/>
              </a:spcAft>
              <a:buSzPct val="100000"/>
              <a:buChar char="•"/>
            </a:pPr>
            <a:r>
              <a:rPr lang="en-US" sz="1500" dirty="0">
                <a:solidFill>
                  <a:schemeClr val="tx1"/>
                </a:solidFill>
              </a:rPr>
              <a:t>Noise drags genuine speech down toward the boundary. At 0 dB, every genuine clip is called synthetic.</a:t>
            </a:r>
            <a:endParaRPr lang="en-US" sz="1500" dirty="0"/>
          </a:p>
          <a:p>
            <a:pPr marL="342900" indent="-342900">
              <a:spcAft>
                <a:spcPts val="600"/>
              </a:spcAft>
              <a:buSzPct val="100000"/>
              <a:buChar char="•"/>
            </a:pPr>
            <a:r>
              <a:rPr lang="en-US" sz="1500" dirty="0">
                <a:solidFill>
                  <a:schemeClr val="tx1"/>
                </a:solidFill>
              </a:rPr>
              <a:t>Synthetic clips stay synthetic: the detector fails in one direction, false alarms.</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model file any worker can run</a:t>
            </a:r>
            <a:endParaRPr lang="en-US" sz="3200" dirty="0"/>
          </a:p>
        </p:txBody>
      </p:sp>
      <p:sp>
        <p:nvSpPr>
          <p:cNvPr id="3" name="Text 1"/>
          <p:cNvSpPr txBox="1"/>
          <p:nvPr/>
        </p:nvSpPr>
        <p:spPr>
          <a:xfrm>
            <a:off x="822960" y="1371600"/>
            <a:ext cx="329184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1.63 MB</a:t>
            </a:r>
            <a:endParaRPr lang="en-US" sz="4400" dirty="0"/>
          </a:p>
        </p:txBody>
      </p:sp>
      <p:sp>
        <p:nvSpPr>
          <p:cNvPr id="4" name="Text 2"/>
          <p:cNvSpPr txBox="1"/>
          <p:nvPr/>
        </p:nvSpPr>
        <p:spPr>
          <a:xfrm>
            <a:off x="822960" y="2240280"/>
            <a:ext cx="3291840" cy="731520"/>
          </a:xfrm>
          <a:prstGeom prst="rect">
            <a:avLst/>
          </a:prstGeom>
          <a:noFill/>
          <a:ln/>
        </p:spPr>
        <p:txBody>
          <a:bodyPr wrap="square" lIns="0" tIns="0" rIns="0" bIns="0" rtlCol="0" anchor="t"/>
          <a:lstStyle/>
          <a:p>
            <a:pPr algn="l" indent="0" marL="0">
              <a:buNone/>
            </a:pPr>
            <a:r>
              <a:rPr lang="en-US" sz="1300" dirty="0">
                <a:solidFill>
                  <a:schemeClr val="tx2"/>
                </a:solidFill>
              </a:rPr>
              <a:t>ONNX model, exported from the 1.28 MB PyTorch weights. About 2.2 MB as base64 inside a job.</a:t>
            </a:r>
            <a:endParaRPr lang="en-US" sz="1300" dirty="0"/>
          </a:p>
        </p:txBody>
      </p:sp>
      <p:sp>
        <p:nvSpPr>
          <p:cNvPr id="5" name="Text 3"/>
          <p:cNvSpPr txBox="1"/>
          <p:nvPr/>
        </p:nvSpPr>
        <p:spPr>
          <a:xfrm>
            <a:off x="4434840" y="1371600"/>
            <a:ext cx="329184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3 × 10⁻⁶</a:t>
            </a:r>
            <a:endParaRPr lang="en-US" sz="4400" dirty="0"/>
          </a:p>
        </p:txBody>
      </p:sp>
      <p:sp>
        <p:nvSpPr>
          <p:cNvPr id="6" name="Text 4"/>
          <p:cNvSpPr txBox="1"/>
          <p:nvPr/>
        </p:nvSpPr>
        <p:spPr>
          <a:xfrm>
            <a:off x="4434840" y="2240280"/>
            <a:ext cx="3291840" cy="731520"/>
          </a:xfrm>
          <a:prstGeom prst="rect">
            <a:avLst/>
          </a:prstGeom>
          <a:noFill/>
          <a:ln/>
        </p:spPr>
        <p:txBody>
          <a:bodyPr wrap="square" lIns="0" tIns="0" rIns="0" bIns="0" rtlCol="0" anchor="t"/>
          <a:lstStyle/>
          <a:p>
            <a:pPr algn="l" indent="0" marL="0">
              <a:buNone/>
            </a:pPr>
            <a:r>
              <a:rPr lang="en-US" sz="1300" dirty="0">
                <a:solidFill>
                  <a:schemeClr val="tx2"/>
                </a:solidFill>
              </a:rPr>
              <a:t>largest difference from PyTorch, over 32 test windows (8 clips × 4 noise levels)</a:t>
            </a:r>
            <a:endParaRPr lang="en-US" sz="1300" dirty="0"/>
          </a:p>
        </p:txBody>
      </p:sp>
      <p:sp>
        <p:nvSpPr>
          <p:cNvPr id="7" name="Text 5"/>
          <p:cNvSpPr txBox="1"/>
          <p:nvPr/>
        </p:nvSpPr>
        <p:spPr>
          <a:xfrm>
            <a:off x="8046720" y="1371600"/>
            <a:ext cx="356616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0</a:t>
            </a:r>
            <a:endParaRPr lang="en-US" sz="4400" dirty="0"/>
          </a:p>
        </p:txBody>
      </p:sp>
      <p:sp>
        <p:nvSpPr>
          <p:cNvPr id="8" name="Text 6"/>
          <p:cNvSpPr txBox="1"/>
          <p:nvPr/>
        </p:nvSpPr>
        <p:spPr>
          <a:xfrm>
            <a:off x="8046720" y="2240280"/>
            <a:ext cx="3566160" cy="731520"/>
          </a:xfrm>
          <a:prstGeom prst="rect">
            <a:avLst/>
          </a:prstGeom>
          <a:noFill/>
          <a:ln/>
        </p:spPr>
        <p:txBody>
          <a:bodyPr wrap="square" lIns="0" tIns="0" rIns="0" bIns="0" rtlCol="0" anchor="t"/>
          <a:lstStyle/>
          <a:p>
            <a:pPr algn="l" indent="0" marL="0">
              <a:buNone/>
            </a:pPr>
            <a:r>
              <a:rPr lang="en-US" sz="1300" dirty="0">
                <a:solidFill>
                  <a:schemeClr val="tx2"/>
                </a:solidFill>
              </a:rPr>
              <a:t>verdicts changed by the conversion, with optimisation on or off, one clip at a time or 32 at once</a:t>
            </a:r>
            <a:endParaRPr lang="en-US" sz="1300" dirty="0"/>
          </a:p>
        </p:txBody>
      </p:sp>
      <p:sp>
        <p:nvSpPr>
          <p:cNvPr id="9" name="Shape 7"/>
          <p:cNvSpPr/>
          <p:nvPr/>
        </p:nvSpPr>
        <p:spPr>
          <a:xfrm>
            <a:off x="822960" y="3566160"/>
            <a:ext cx="10789920" cy="2377440"/>
          </a:xfrm>
          <a:prstGeom prst="rect">
            <a:avLst/>
          </a:prstGeom>
          <a:solidFill>
            <a:srgbClr val="FFFFFF">
              <a:alpha val="75000"/>
            </a:srgbClr>
          </a:solidFill>
          <a:ln w="9525">
            <a:solidFill>
              <a:srgbClr val="B8B2A7"/>
            </a:solidFill>
            <a:prstDash val="solid"/>
          </a:ln>
        </p:spPr>
      </p:sp>
      <p:sp>
        <p:nvSpPr>
          <p:cNvPr id="10" name="Text 8"/>
          <p:cNvSpPr txBox="1"/>
          <p:nvPr/>
        </p:nvSpPr>
        <p:spPr>
          <a:xfrm>
            <a:off x="1051560" y="3749040"/>
            <a:ext cx="103327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made it convert cleanly</a:t>
            </a:r>
            <a:endParaRPr lang="en-US" sz="1800" dirty="0"/>
          </a:p>
        </p:txBody>
      </p:sp>
      <p:sp>
        <p:nvSpPr>
          <p:cNvPr id="11" name="Text 9"/>
          <p:cNvSpPr txBox="1"/>
          <p:nvPr/>
        </p:nvSpPr>
        <p:spPr>
          <a:xfrm>
            <a:off x="1051560" y="4251960"/>
            <a:ext cx="1033272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sinc filter bank is fixed, not learned, so it becomes one constant convolution.</a:t>
            </a:r>
            <a:endParaRPr lang="en-US" sz="1500" dirty="0"/>
          </a:p>
          <a:p>
            <a:pPr marL="342900" indent="-342900">
              <a:spcAft>
                <a:spcPts val="600"/>
              </a:spcAft>
              <a:buSzPct val="100000"/>
              <a:buChar char="•"/>
            </a:pPr>
            <a:r>
              <a:rPr lang="en-US" sz="1500" dirty="0">
                <a:solidFill>
                  <a:schemeClr val="tx1"/>
                </a:solidFill>
              </a:rPr>
              <a:t>The graph pooling keeps a fixed number of nodes because the input length is fixed, so the only dynamic dimension is the batch.</a:t>
            </a:r>
            <a:endParaRPr lang="en-US" sz="1500" dirty="0"/>
          </a:p>
          <a:p>
            <a:pPr marL="342900" indent="-342900">
              <a:spcAft>
                <a:spcPts val="600"/>
              </a:spcAft>
              <a:buSzPct val="100000"/>
              <a:buChar char="•"/>
            </a:pPr>
            <a:r>
              <a:rPr lang="en-US" sz="1500" dirty="0">
                <a:solidFill>
                  <a:schemeClr val="tx1"/>
                </a:solidFill>
              </a:rPr>
              <a:t>All 34 operation types in the graph (convolution, attention, TopK, scatter) are supported by ONNX Runtime's WebAssembly backend, which every DCP worker can run.</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The client packs the files; the workers do the rest</a:t>
            </a:r>
            <a:endParaRPr lang="en-US" sz="3200" dirty="0"/>
          </a:p>
        </p:txBody>
      </p:sp>
      <p:sp>
        <p:nvSpPr>
          <p:cNvPr id="3" name="Shape 1"/>
          <p:cNvSpPr/>
          <p:nvPr/>
        </p:nvSpPr>
        <p:spPr>
          <a:xfrm>
            <a:off x="548640" y="1463040"/>
            <a:ext cx="3017520" cy="4206240"/>
          </a:xfrm>
          <a:prstGeom prst="rect">
            <a:avLst/>
          </a:prstGeom>
          <a:solidFill>
            <a:srgbClr val="FFFFFF">
              <a:alpha val="90000"/>
            </a:srgbClr>
          </a:solidFill>
          <a:ln w="9525">
            <a:solidFill>
              <a:srgbClr val="B8B2A7"/>
            </a:solidFill>
            <a:prstDash val="solid"/>
          </a:ln>
        </p:spPr>
      </p:sp>
      <p:sp>
        <p:nvSpPr>
          <p:cNvPr id="4" name="Text 2"/>
          <p:cNvSpPr txBox="1"/>
          <p:nvPr/>
        </p:nvSpPr>
        <p:spPr>
          <a:xfrm>
            <a:off x="777240" y="1645920"/>
            <a:ext cx="25603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Your machine</a:t>
            </a:r>
            <a:endParaRPr lang="en-US" sz="1800" dirty="0"/>
          </a:p>
        </p:txBody>
      </p:sp>
      <p:sp>
        <p:nvSpPr>
          <p:cNvPr id="5" name="Text 3"/>
          <p:cNvSpPr txBox="1"/>
          <p:nvPr/>
        </p:nvSpPr>
        <p:spPr>
          <a:xfrm>
            <a:off x="777240" y="2194560"/>
            <a:ext cx="260604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Reads each audio file as it is: WAV or FLAC, any rate.</a:t>
            </a:r>
            <a:endParaRPr lang="en-US" sz="1400" dirty="0"/>
          </a:p>
          <a:p>
            <a:pPr marL="342900" indent="-342900">
              <a:spcAft>
                <a:spcPts val="600"/>
              </a:spcAft>
              <a:buSzPct val="100000"/>
              <a:buChar char="•"/>
            </a:pPr>
            <a:r>
              <a:rPr lang="en-US" sz="1400" dirty="0">
                <a:solidFill>
                  <a:schemeClr val="tx1"/>
                </a:solidFill>
              </a:rPr>
              <a:t>Encodes it as text (base64).</a:t>
            </a:r>
            <a:endParaRPr lang="en-US" sz="1400" dirty="0"/>
          </a:p>
          <a:p>
            <a:pPr marL="342900" indent="-342900">
              <a:spcAft>
                <a:spcPts val="600"/>
              </a:spcAft>
              <a:buSzPct val="100000"/>
              <a:buChar char="•"/>
            </a:pPr>
            <a:r>
              <a:rPr lang="en-US" sz="1400" dirty="0">
                <a:solidFill>
                  <a:schemeClr val="tx1"/>
                </a:solidFill>
              </a:rPr>
              <a:t>Groups a few files per slice.</a:t>
            </a:r>
            <a:endParaRPr lang="en-US" sz="1400" dirty="0"/>
          </a:p>
          <a:p>
            <a:pPr marL="342900" indent="-342900">
              <a:spcAft>
                <a:spcPts val="600"/>
              </a:spcAft>
              <a:buSzPct val="100000"/>
              <a:buChar char="•"/>
            </a:pPr>
            <a:r>
              <a:rPr lang="en-US" sz="1400" dirty="0">
                <a:solidFill>
                  <a:schemeClr val="tx1"/>
                </a:solidFill>
              </a:rPr>
              <a:t>That's all. Milliseconds per file.</a:t>
            </a:r>
            <a:endParaRPr lang="en-US" sz="1400" dirty="0"/>
          </a:p>
        </p:txBody>
      </p:sp>
      <p:sp>
        <p:nvSpPr>
          <p:cNvPr id="6" name="Shape 4"/>
          <p:cNvSpPr/>
          <p:nvPr/>
        </p:nvSpPr>
        <p:spPr>
          <a:xfrm>
            <a:off x="3657600" y="3566160"/>
            <a:ext cx="685800" cy="0"/>
          </a:xfrm>
          <a:prstGeom prst="line">
            <a:avLst/>
          </a:prstGeom>
          <a:noFill/>
          <a:ln w="25400">
            <a:solidFill>
              <a:srgbClr val="6E6E6E"/>
            </a:solidFill>
            <a:prstDash val="solid"/>
            <a:tailEnd type="triangle"/>
          </a:ln>
        </p:spPr>
      </p:sp>
      <p:sp>
        <p:nvSpPr>
          <p:cNvPr id="7" name="Text 5"/>
          <p:cNvSpPr txBox="1"/>
          <p:nvPr/>
        </p:nvSpPr>
        <p:spPr>
          <a:xfrm>
            <a:off x="3657600" y="3200400"/>
            <a:ext cx="685800" cy="274320"/>
          </a:xfrm>
          <a:prstGeom prst="rect">
            <a:avLst/>
          </a:prstGeom>
          <a:noFill/>
          <a:ln/>
        </p:spPr>
        <p:txBody>
          <a:bodyPr wrap="square" lIns="0" tIns="0" rIns="0" bIns="0" rtlCol="0" anchor="t"/>
          <a:lstStyle/>
          <a:p>
            <a:pPr algn="ctr" indent="0" marL="0">
              <a:buNone/>
            </a:pPr>
            <a:r>
              <a:rPr lang="en-US" sz="1200" dirty="0">
                <a:solidFill>
                  <a:schemeClr val="tx2"/>
                </a:solidFill>
              </a:rPr>
              <a:t>DCP</a:t>
            </a:r>
            <a:endParaRPr lang="en-US" sz="1200" dirty="0"/>
          </a:p>
        </p:txBody>
      </p:sp>
      <p:sp>
        <p:nvSpPr>
          <p:cNvPr id="8" name="Shape 6"/>
          <p:cNvSpPr/>
          <p:nvPr/>
        </p:nvSpPr>
        <p:spPr>
          <a:xfrm>
            <a:off x="4434840" y="1463040"/>
            <a:ext cx="7178040" cy="4206240"/>
          </a:xfrm>
          <a:prstGeom prst="rect">
            <a:avLst/>
          </a:prstGeom>
          <a:solidFill>
            <a:srgbClr val="F2EEEA">
              <a:alpha val="80000"/>
            </a:srgbClr>
          </a:solidFill>
          <a:ln w="9525">
            <a:solidFill>
              <a:srgbClr val="B8B2A7"/>
            </a:solidFill>
            <a:prstDash val="solid"/>
          </a:ln>
        </p:spPr>
      </p:sp>
      <p:sp>
        <p:nvSpPr>
          <p:cNvPr id="9" name="Text 7"/>
          <p:cNvSpPr txBox="1"/>
          <p:nvPr/>
        </p:nvSpPr>
        <p:spPr>
          <a:xfrm>
            <a:off x="4663440" y="1645920"/>
            <a:ext cx="6766560" cy="411480"/>
          </a:xfrm>
          <a:prstGeom prst="rect">
            <a:avLst/>
          </a:prstGeom>
          <a:noFill/>
          <a:ln/>
        </p:spPr>
        <p:txBody>
          <a:bodyPr wrap="square" lIns="0" tIns="0" rIns="0" bIns="0" rtlCol="0" anchor="t"/>
          <a:lstStyle/>
          <a:p>
            <a:pPr indent="0" marL="0">
              <a:buNone/>
            </a:pPr>
            <a:r>
              <a:rPr lang="en-US" sz="1800" b="1" dirty="0">
                <a:solidFill>
                  <a:srgbClr val="4F5D6B"/>
                </a:solidFill>
                <a:latin typeface="Cambria" pitchFamily="34" charset="0"/>
                <a:ea typeface="Cambria" pitchFamily="34" charset="-122"/>
                <a:cs typeface="Cambria" pitchFamily="34" charset="-120"/>
              </a:rPr>
              <a:t>Each DCP worker</a:t>
            </a:r>
            <a:endParaRPr lang="en-US" sz="1800" dirty="0"/>
          </a:p>
        </p:txBody>
      </p:sp>
      <p:sp>
        <p:nvSpPr>
          <p:cNvPr id="10" name="Shape 8"/>
          <p:cNvSpPr/>
          <p:nvPr/>
        </p:nvSpPr>
        <p:spPr>
          <a:xfrm>
            <a:off x="4663440" y="2231136"/>
            <a:ext cx="329184" cy="329184"/>
          </a:xfrm>
          <a:prstGeom prst="ellipse">
            <a:avLst/>
          </a:prstGeom>
          <a:solidFill>
            <a:srgbClr val="4F5D6B"/>
          </a:solidFill>
          <a:ln w="12700">
            <a:solidFill>
              <a:srgbClr val="4F5D6B"/>
            </a:solidFill>
            <a:prstDash val="solid"/>
          </a:ln>
        </p:spPr>
      </p:sp>
      <p:sp>
        <p:nvSpPr>
          <p:cNvPr id="11" name="Text 9"/>
          <p:cNvSpPr txBox="1"/>
          <p:nvPr/>
        </p:nvSpPr>
        <p:spPr>
          <a:xfrm>
            <a:off x="4663440" y="22311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2" name="Text 10"/>
          <p:cNvSpPr txBox="1"/>
          <p:nvPr/>
        </p:nvSpPr>
        <p:spPr>
          <a:xfrm>
            <a:off x="5166360" y="219456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Decode  </a:t>
            </a:r>
            <a:pPr indent="0" marL="0">
              <a:buNone/>
            </a:pPr>
            <a:r>
              <a:rPr lang="en-US" sz="1400" dirty="0">
                <a:solidFill>
                  <a:srgbClr val="6E6E6E"/>
                </a:solidFill>
              </a:rPr>
              <a:t>WAV (PCM or float) and FLAC, written in plain JavaScript</a:t>
            </a:r>
            <a:endParaRPr lang="en-US" sz="1400" dirty="0"/>
          </a:p>
        </p:txBody>
      </p:sp>
      <p:sp>
        <p:nvSpPr>
          <p:cNvPr id="13" name="Shape 11"/>
          <p:cNvSpPr/>
          <p:nvPr/>
        </p:nvSpPr>
        <p:spPr>
          <a:xfrm>
            <a:off x="4663440" y="2779776"/>
            <a:ext cx="329184" cy="329184"/>
          </a:xfrm>
          <a:prstGeom prst="ellipse">
            <a:avLst/>
          </a:prstGeom>
          <a:solidFill>
            <a:srgbClr val="4F5D6B"/>
          </a:solidFill>
          <a:ln w="12700">
            <a:solidFill>
              <a:srgbClr val="4F5D6B"/>
            </a:solidFill>
            <a:prstDash val="solid"/>
          </a:ln>
        </p:spPr>
      </p:sp>
      <p:sp>
        <p:nvSpPr>
          <p:cNvPr id="14" name="Text 12"/>
          <p:cNvSpPr txBox="1"/>
          <p:nvPr/>
        </p:nvSpPr>
        <p:spPr>
          <a:xfrm>
            <a:off x="4663440" y="27797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5" name="Text 13"/>
          <p:cNvSpPr txBox="1"/>
          <p:nvPr/>
        </p:nvSpPr>
        <p:spPr>
          <a:xfrm>
            <a:off x="5166360" y="274320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Mix and resample  </a:t>
            </a:r>
            <a:pPr indent="0" marL="0">
              <a:buNone/>
            </a:pPr>
            <a:r>
              <a:rPr lang="en-US" sz="1400" dirty="0">
                <a:solidFill>
                  <a:srgbClr val="6E6E6E"/>
                </a:solidFill>
              </a:rPr>
              <a:t>to mono at 16 kHz, the same filter as scipy's resample_poly</a:t>
            </a:r>
            <a:endParaRPr lang="en-US" sz="1400" dirty="0"/>
          </a:p>
        </p:txBody>
      </p:sp>
      <p:sp>
        <p:nvSpPr>
          <p:cNvPr id="16" name="Shape 14"/>
          <p:cNvSpPr/>
          <p:nvPr/>
        </p:nvSpPr>
        <p:spPr>
          <a:xfrm>
            <a:off x="4663440" y="3328416"/>
            <a:ext cx="329184" cy="329184"/>
          </a:xfrm>
          <a:prstGeom prst="ellipse">
            <a:avLst/>
          </a:prstGeom>
          <a:solidFill>
            <a:srgbClr val="4F5D6B"/>
          </a:solidFill>
          <a:ln w="12700">
            <a:solidFill>
              <a:srgbClr val="4F5D6B"/>
            </a:solidFill>
            <a:prstDash val="solid"/>
          </a:ln>
        </p:spPr>
      </p:sp>
      <p:sp>
        <p:nvSpPr>
          <p:cNvPr id="17" name="Text 15"/>
          <p:cNvSpPr txBox="1"/>
          <p:nvPr/>
        </p:nvSpPr>
        <p:spPr>
          <a:xfrm>
            <a:off x="4663440" y="33284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6"/>
          <p:cNvSpPr txBox="1"/>
          <p:nvPr/>
        </p:nvSpPr>
        <p:spPr>
          <a:xfrm>
            <a:off x="5166360" y="329184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Window  </a:t>
            </a:r>
            <a:pPr indent="0" marL="0">
              <a:buNone/>
            </a:pPr>
            <a:r>
              <a:rPr lang="en-US" sz="1400" dirty="0">
                <a:solidFill>
                  <a:srgbClr val="6E6E6E"/>
                </a:solidFill>
              </a:rPr>
              <a:t>4.04 s windows, sliding every second across long clips</a:t>
            </a:r>
            <a:endParaRPr lang="en-US" sz="1400" dirty="0"/>
          </a:p>
        </p:txBody>
      </p:sp>
      <p:sp>
        <p:nvSpPr>
          <p:cNvPr id="19" name="Shape 17"/>
          <p:cNvSpPr/>
          <p:nvPr/>
        </p:nvSpPr>
        <p:spPr>
          <a:xfrm>
            <a:off x="4663440" y="3877056"/>
            <a:ext cx="329184" cy="329184"/>
          </a:xfrm>
          <a:prstGeom prst="ellipse">
            <a:avLst/>
          </a:prstGeom>
          <a:solidFill>
            <a:srgbClr val="4F5D6B"/>
          </a:solidFill>
          <a:ln w="12700">
            <a:solidFill>
              <a:srgbClr val="4F5D6B"/>
            </a:solidFill>
            <a:prstDash val="solid"/>
          </a:ln>
        </p:spPr>
      </p:sp>
      <p:sp>
        <p:nvSpPr>
          <p:cNvPr id="20" name="Text 18"/>
          <p:cNvSpPr txBox="1"/>
          <p:nvPr/>
        </p:nvSpPr>
        <p:spPr>
          <a:xfrm>
            <a:off x="4663440" y="3877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1" name="Text 19"/>
          <p:cNvSpPr txBox="1"/>
          <p:nvPr/>
        </p:nvSpPr>
        <p:spPr>
          <a:xfrm>
            <a:off x="5166360" y="384048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Add noise  </a:t>
            </a:r>
            <a:pPr indent="0" marL="0">
              <a:buNone/>
            </a:pPr>
            <a:r>
              <a:rPr lang="en-US" sz="1400" dirty="0">
                <a:solidFill>
                  <a:srgbClr val="6E6E6E"/>
                </a:solidFill>
              </a:rPr>
              <a:t>white noise at each chosen SNR, seeded so any worker gives the same result</a:t>
            </a:r>
            <a:endParaRPr lang="en-US" sz="1400" dirty="0"/>
          </a:p>
        </p:txBody>
      </p:sp>
      <p:sp>
        <p:nvSpPr>
          <p:cNvPr id="22" name="Shape 20"/>
          <p:cNvSpPr/>
          <p:nvPr/>
        </p:nvSpPr>
        <p:spPr>
          <a:xfrm>
            <a:off x="4663440" y="4425696"/>
            <a:ext cx="329184" cy="329184"/>
          </a:xfrm>
          <a:prstGeom prst="ellipse">
            <a:avLst/>
          </a:prstGeom>
          <a:solidFill>
            <a:srgbClr val="4F5D6B"/>
          </a:solidFill>
          <a:ln w="12700">
            <a:solidFill>
              <a:srgbClr val="4F5D6B"/>
            </a:solidFill>
            <a:prstDash val="solid"/>
          </a:ln>
        </p:spPr>
      </p:sp>
      <p:sp>
        <p:nvSpPr>
          <p:cNvPr id="23" name="Text 21"/>
          <p:cNvSpPr txBox="1"/>
          <p:nvPr/>
        </p:nvSpPr>
        <p:spPr>
          <a:xfrm>
            <a:off x="4663440" y="44256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4" name="Text 22"/>
          <p:cNvSpPr txBox="1"/>
          <p:nvPr/>
        </p:nvSpPr>
        <p:spPr>
          <a:xfrm>
            <a:off x="5166360" y="438912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Run the model  </a:t>
            </a:r>
            <a:pPr indent="0" marL="0">
              <a:buNone/>
            </a:pPr>
            <a:r>
              <a:rPr lang="en-US" sz="1400" dirty="0">
                <a:solidFill>
                  <a:srgbClr val="6E6E6E"/>
                </a:solidFill>
              </a:rPr>
              <a:t>batches of windows through ONNX Runtime (WebAssembly)</a:t>
            </a:r>
            <a:endParaRPr lang="en-US" sz="1400" dirty="0"/>
          </a:p>
        </p:txBody>
      </p:sp>
      <p:sp>
        <p:nvSpPr>
          <p:cNvPr id="25" name="Shape 23"/>
          <p:cNvSpPr/>
          <p:nvPr/>
        </p:nvSpPr>
        <p:spPr>
          <a:xfrm>
            <a:off x="4663440" y="4974336"/>
            <a:ext cx="329184" cy="329184"/>
          </a:xfrm>
          <a:prstGeom prst="ellipse">
            <a:avLst/>
          </a:prstGeom>
          <a:solidFill>
            <a:srgbClr val="4F5D6B"/>
          </a:solidFill>
          <a:ln w="12700">
            <a:solidFill>
              <a:srgbClr val="4F5D6B"/>
            </a:solidFill>
            <a:prstDash val="solid"/>
          </a:ln>
        </p:spPr>
      </p:sp>
      <p:sp>
        <p:nvSpPr>
          <p:cNvPr id="26" name="Text 24"/>
          <p:cNvSpPr txBox="1"/>
          <p:nvPr/>
        </p:nvSpPr>
        <p:spPr>
          <a:xfrm>
            <a:off x="4663440" y="49743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5"/>
          <p:cNvSpPr txBox="1"/>
          <p:nvPr/>
        </p:nvSpPr>
        <p:spPr>
          <a:xfrm>
            <a:off x="5166360" y="4937760"/>
            <a:ext cx="6309360" cy="411480"/>
          </a:xfrm>
          <a:prstGeom prst="rect">
            <a:avLst/>
          </a:prstGeom>
          <a:noFill/>
          <a:ln/>
        </p:spPr>
        <p:txBody>
          <a:bodyPr wrap="square" lIns="0" tIns="0" rIns="0" bIns="0" rtlCol="0" anchor="ctr"/>
          <a:lstStyle/>
          <a:p>
            <a:pPr indent="0" marL="0">
              <a:buNone/>
            </a:pPr>
            <a:r>
              <a:rPr lang="en-US" sz="1400" b="1" dirty="0">
                <a:solidFill>
                  <a:schemeClr val="tx1"/>
                </a:solidFill>
              </a:rPr>
              <a:t>Report  </a:t>
            </a:r>
            <a:pPr indent="0" marL="0">
              <a:buNone/>
            </a:pPr>
            <a:r>
              <a:rPr lang="en-US" sz="1400" dirty="0">
                <a:solidFill>
                  <a:srgbClr val="6E6E6E"/>
                </a:solidFill>
              </a:rPr>
              <a:t>a margin per window, and a verdict per file</a:t>
            </a:r>
            <a:endParaRPr lang="en-US" sz="1400" dirty="0"/>
          </a:p>
        </p:txBody>
      </p:sp>
      <p:sp>
        <p:nvSpPr>
          <p:cNvPr id="28" name="Text 26"/>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dirty="0">
                <a:solidFill>
                  <a:schemeClr val="tx2"/>
                </a:solidFill>
              </a:rPr>
              <a:t>Doing this on the client would make one machine the bottleneck for the whole corpus. Here it scales with the number of workers.</a:t>
            </a:r>
            <a:endParaRPr lang="en-US" sz="13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job is laid out</a:t>
            </a:r>
            <a:endParaRPr lang="en-US" sz="3200" dirty="0"/>
          </a:p>
        </p:txBody>
      </p:sp>
      <p:sp>
        <p:nvSpPr>
          <p:cNvPr id="3" name="Shape 1"/>
          <p:cNvSpPr/>
          <p:nvPr/>
        </p:nvSpPr>
        <p:spPr>
          <a:xfrm>
            <a:off x="548640" y="1417320"/>
            <a:ext cx="3520440" cy="3566160"/>
          </a:xfrm>
          <a:prstGeom prst="rect">
            <a:avLst/>
          </a:prstGeom>
          <a:solidFill>
            <a:srgbClr val="FFFFFF">
              <a:alpha val="75000"/>
            </a:srgbClr>
          </a:solidFill>
          <a:ln w="9525">
            <a:solidFill>
              <a:srgbClr val="B8B2A7"/>
            </a:solidFill>
            <a:prstDash val="solid"/>
          </a:ln>
        </p:spPr>
      </p:sp>
      <p:sp>
        <p:nvSpPr>
          <p:cNvPr id="4" name="Text 2"/>
          <p:cNvSpPr txBox="1"/>
          <p:nvPr/>
        </p:nvSpPr>
        <p:spPr>
          <a:xfrm>
            <a:off x="777240" y="1600200"/>
            <a:ext cx="30632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Input set</a:t>
            </a:r>
            <a:endParaRPr lang="en-US" sz="2200" dirty="0"/>
          </a:p>
        </p:txBody>
      </p:sp>
      <p:sp>
        <p:nvSpPr>
          <p:cNvPr id="5" name="Text 3"/>
          <p:cNvSpPr txBox="1"/>
          <p:nvPr/>
        </p:nvSpPr>
        <p:spPr>
          <a:xfrm>
            <a:off x="777240" y="2103120"/>
            <a:ext cx="3063240" cy="320040"/>
          </a:xfrm>
          <a:prstGeom prst="rect">
            <a:avLst/>
          </a:prstGeom>
          <a:noFill/>
          <a:ln/>
        </p:spPr>
        <p:txBody>
          <a:bodyPr wrap="square" lIns="0" tIns="0" rIns="0" bIns="0" rtlCol="0" anchor="t"/>
          <a:lstStyle/>
          <a:p>
            <a:pPr indent="0" marL="0">
              <a:buNone/>
            </a:pPr>
            <a:r>
              <a:rPr lang="en-US" sz="1300" dirty="0">
                <a:solidFill>
                  <a:schemeClr val="tx2"/>
                </a:solidFill>
              </a:rPr>
              <a:t>changes every slice</a:t>
            </a:r>
            <a:endParaRPr lang="en-US" sz="1300" dirty="0"/>
          </a:p>
        </p:txBody>
      </p:sp>
      <p:sp>
        <p:nvSpPr>
          <p:cNvPr id="6" name="Text 4"/>
          <p:cNvSpPr txBox="1"/>
          <p:nvPr/>
        </p:nvSpPr>
        <p:spPr>
          <a:xfrm>
            <a:off x="777240" y="2560320"/>
            <a:ext cx="3063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few raw audio files per slice, as base64.</a:t>
            </a:r>
            <a:endParaRPr lang="en-US" sz="1400" dirty="0"/>
          </a:p>
          <a:p>
            <a:pPr marL="342900" indent="-342900">
              <a:spcAft>
                <a:spcPts val="600"/>
              </a:spcAft>
              <a:buSzPct val="100000"/>
              <a:buChar char="•"/>
            </a:pPr>
            <a:r>
              <a:rPr lang="en-US" sz="1400" dirty="0">
                <a:solidFill>
                  <a:schemeClr val="tx1"/>
                </a:solidFill>
              </a:rPr>
              <a:t>Each with a name and, if known, a label.</a:t>
            </a:r>
            <a:endParaRPr lang="en-US" sz="1400" dirty="0"/>
          </a:p>
          <a:p>
            <a:pPr marL="342900" indent="-342900">
              <a:spcAft>
                <a:spcPts val="600"/>
              </a:spcAft>
              <a:buSzPct val="100000"/>
              <a:buChar char="•"/>
            </a:pPr>
            <a:r>
              <a:rPr lang="en-US" sz="1400" dirty="0">
                <a:solidFill>
                  <a:schemeClr val="tx1"/>
                </a:solidFill>
              </a:rPr>
              <a:t>Files per slice chosen so a slice runs 10 to 30 seconds.</a:t>
            </a:r>
            <a:endParaRPr lang="en-US" sz="1400" dirty="0"/>
          </a:p>
        </p:txBody>
      </p:sp>
      <p:sp>
        <p:nvSpPr>
          <p:cNvPr id="7" name="Shape 5"/>
          <p:cNvSpPr/>
          <p:nvPr/>
        </p:nvSpPr>
        <p:spPr>
          <a:xfrm>
            <a:off x="4297680" y="1417320"/>
            <a:ext cx="3520440" cy="3566160"/>
          </a:xfrm>
          <a:prstGeom prst="rect">
            <a:avLst/>
          </a:prstGeom>
          <a:solidFill>
            <a:srgbClr val="FFFFFF">
              <a:alpha val="75000"/>
            </a:srgbClr>
          </a:solidFill>
          <a:ln w="9525">
            <a:solidFill>
              <a:srgbClr val="B8B2A7"/>
            </a:solidFill>
            <a:prstDash val="solid"/>
          </a:ln>
        </p:spPr>
      </p:sp>
      <p:sp>
        <p:nvSpPr>
          <p:cNvPr id="8" name="Text 6"/>
          <p:cNvSpPr txBox="1"/>
          <p:nvPr/>
        </p:nvSpPr>
        <p:spPr>
          <a:xfrm>
            <a:off x="4526280" y="1600200"/>
            <a:ext cx="30632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Static arguments</a:t>
            </a:r>
            <a:endParaRPr lang="en-US" sz="2200" dirty="0"/>
          </a:p>
        </p:txBody>
      </p:sp>
      <p:sp>
        <p:nvSpPr>
          <p:cNvPr id="9" name="Text 7"/>
          <p:cNvSpPr txBox="1"/>
          <p:nvPr/>
        </p:nvSpPr>
        <p:spPr>
          <a:xfrm>
            <a:off x="4526280" y="2103120"/>
            <a:ext cx="3063240" cy="320040"/>
          </a:xfrm>
          <a:prstGeom prst="rect">
            <a:avLst/>
          </a:prstGeom>
          <a:noFill/>
          <a:ln/>
        </p:spPr>
        <p:txBody>
          <a:bodyPr wrap="square" lIns="0" tIns="0" rIns="0" bIns="0" rtlCol="0" anchor="t"/>
          <a:lstStyle/>
          <a:p>
            <a:pPr indent="0" marL="0">
              <a:buNone/>
            </a:pPr>
            <a:r>
              <a:rPr lang="en-US" sz="1300" dirty="0">
                <a:solidFill>
                  <a:schemeClr val="tx2"/>
                </a:solidFill>
              </a:rPr>
              <a:t>shared by every slice</a:t>
            </a:r>
            <a:endParaRPr lang="en-US" sz="1300" dirty="0"/>
          </a:p>
        </p:txBody>
      </p:sp>
      <p:sp>
        <p:nvSpPr>
          <p:cNvPr id="10" name="Text 8"/>
          <p:cNvSpPr txBox="1"/>
          <p:nvPr/>
        </p:nvSpPr>
        <p:spPr>
          <a:xfrm>
            <a:off x="4526280" y="2560320"/>
            <a:ext cx="3063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model itself, 2.2 MB as base64. Swap in another checkpoint without changing code.</a:t>
            </a:r>
            <a:endParaRPr lang="en-US" sz="1400" dirty="0"/>
          </a:p>
          <a:p>
            <a:pPr marL="342900" indent="-342900">
              <a:spcAft>
                <a:spcPts val="600"/>
              </a:spcAft>
              <a:buSzPct val="100000"/>
              <a:buChar char="•"/>
            </a:pPr>
            <a:r>
              <a:rPr lang="en-US" sz="1400" dirty="0">
                <a:solidFill>
                  <a:schemeClr val="tx1"/>
                </a:solidFill>
              </a:rPr>
              <a:t>The plan: noise levels, seeds, window hop.</a:t>
            </a:r>
            <a:endParaRPr lang="en-US" sz="1400" dirty="0"/>
          </a:p>
          <a:p>
            <a:pPr marL="342900" indent="-342900">
              <a:spcAft>
                <a:spcPts val="600"/>
              </a:spcAft>
              <a:buSzPct val="100000"/>
              <a:buChar char="•"/>
            </a:pPr>
            <a:r>
              <a:rPr lang="en-US" sz="1400" dirty="0">
                <a:solidFill>
                  <a:schemeClr val="tx1"/>
                </a:solidFill>
              </a:rPr>
              <a:t>Options: WebAssembly or WebGPU, batch size, how to combine windows.</a:t>
            </a:r>
            <a:endParaRPr lang="en-US" sz="1400" dirty="0"/>
          </a:p>
        </p:txBody>
      </p:sp>
      <p:sp>
        <p:nvSpPr>
          <p:cNvPr id="11" name="Shape 9"/>
          <p:cNvSpPr/>
          <p:nvPr/>
        </p:nvSpPr>
        <p:spPr>
          <a:xfrm>
            <a:off x="8046720" y="1417320"/>
            <a:ext cx="3520440" cy="3566160"/>
          </a:xfrm>
          <a:prstGeom prst="rect">
            <a:avLst/>
          </a:prstGeom>
          <a:solidFill>
            <a:srgbClr val="FFFFFF">
              <a:alpha val="75000"/>
            </a:srgbClr>
          </a:solidFill>
          <a:ln w="9525">
            <a:solidFill>
              <a:srgbClr val="B8B2A7"/>
            </a:solidFill>
            <a:prstDash val="solid"/>
          </a:ln>
        </p:spPr>
      </p:sp>
      <p:sp>
        <p:nvSpPr>
          <p:cNvPr id="12" name="Text 10"/>
          <p:cNvSpPr txBox="1"/>
          <p:nvPr/>
        </p:nvSpPr>
        <p:spPr>
          <a:xfrm>
            <a:off x="8275320" y="1600200"/>
            <a:ext cx="30632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Work function</a:t>
            </a:r>
            <a:endParaRPr lang="en-US" sz="2200" dirty="0"/>
          </a:p>
        </p:txBody>
      </p:sp>
      <p:sp>
        <p:nvSpPr>
          <p:cNvPr id="13" name="Text 11"/>
          <p:cNvSpPr txBox="1"/>
          <p:nvPr/>
        </p:nvSpPr>
        <p:spPr>
          <a:xfrm>
            <a:off x="8275320" y="2103120"/>
            <a:ext cx="3063240" cy="320040"/>
          </a:xfrm>
          <a:prstGeom prst="rect">
            <a:avLst/>
          </a:prstGeom>
          <a:noFill/>
          <a:ln/>
        </p:spPr>
        <p:txBody>
          <a:bodyPr wrap="square" lIns="0" tIns="0" rIns="0" bIns="0" rtlCol="0" anchor="t"/>
          <a:lstStyle/>
          <a:p>
            <a:pPr indent="0" marL="0">
              <a:buNone/>
            </a:pPr>
            <a:r>
              <a:rPr lang="en-US" sz="1300" dirty="0">
                <a:solidFill>
                  <a:schemeClr val="tx2"/>
                </a:solidFill>
              </a:rPr>
              <a:t>the pipeline</a:t>
            </a:r>
            <a:endParaRPr lang="en-US" sz="1300" dirty="0"/>
          </a:p>
        </p:txBody>
      </p:sp>
      <p:sp>
        <p:nvSpPr>
          <p:cNvPr id="14" name="Text 12"/>
          <p:cNvSpPr txBox="1"/>
          <p:nvPr/>
        </p:nvSpPr>
        <p:spPr>
          <a:xfrm>
            <a:off x="8275320" y="2560320"/>
            <a:ext cx="3063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self-contained function, so a browser page can deploy it.</a:t>
            </a:r>
            <a:endParaRPr lang="en-US" sz="1400" dirty="0"/>
          </a:p>
          <a:p>
            <a:pPr marL="342900" indent="-342900">
              <a:spcAft>
                <a:spcPts val="600"/>
              </a:spcAft>
              <a:buSzPct val="100000"/>
              <a:buChar char="•"/>
            </a:pPr>
            <a:r>
              <a:rPr lang="en-US" sz="1400" dirty="0">
                <a:solidFill>
                  <a:schemeClr val="tx1"/>
                </a:solidFill>
              </a:rPr>
              <a:t>Its only dependency is DCP's published ONNX Runtime package.</a:t>
            </a:r>
            <a:endParaRPr lang="en-US" sz="1400" dirty="0"/>
          </a:p>
          <a:p>
            <a:pPr marL="342900" indent="-342900">
              <a:spcAft>
                <a:spcPts val="600"/>
              </a:spcAft>
              <a:buSzPct val="100000"/>
              <a:buChar char="•"/>
            </a:pPr>
            <a:r>
              <a:rPr lang="en-US" sz="1400" dirty="0">
                <a:solidFill>
                  <a:schemeClr val="tx1"/>
                </a:solidFill>
              </a:rPr>
              <a:t>Keeps the loaded model between slices on the same worker.</a:t>
            </a:r>
            <a:endParaRPr lang="en-US" sz="14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Same numbers on every runtime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3291840"/>
                <a:gridCol w="2194560"/>
                <a:gridCol w="1463040"/>
              </a:tblGrid>
              <a:tr h="566928">
                <a:tc>
                  <a:txBody>
                    <a:bodyPr/>
                    <a:lstStyle/>
                    <a:p>
                      <a:pPr indent="0" marL="0">
                        <a:buNone/>
                      </a:pPr>
                      <a:r>
                        <a:rPr lang="en-US" sz="1300" b="1" dirty="0">
                          <a:solidFill>
                            <a:srgbClr val="6E6E6E"/>
                          </a:solidFill>
                          <a:latin typeface="Calibri" pitchFamily="34" charset="0"/>
                          <a:ea typeface="Calibri" pitchFamily="34" charset="-122"/>
                          <a:cs typeface="Calibri" pitchFamily="34" charset="-120"/>
                        </a:rPr>
                        <a:t>Runtime</a:t>
                      </a:r>
                      <a:endParaRPr lang="en-US" sz="13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300" b="1" dirty="0">
                          <a:solidFill>
                            <a:srgbClr val="6E6E6E"/>
                          </a:solidFill>
                          <a:latin typeface="Calibri" pitchFamily="34" charset="0"/>
                          <a:ea typeface="Calibri" pitchFamily="34" charset="-122"/>
                          <a:cs typeface="Calibri" pitchFamily="34" charset="-120"/>
                        </a:rPr>
                        <a:t>Largest margin difference</a:t>
                      </a:r>
                      <a:endParaRPr lang="en-US" sz="13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300" b="1" dirty="0">
                          <a:solidFill>
                            <a:srgbClr val="6E6E6E"/>
                          </a:solidFill>
                          <a:latin typeface="Calibri" pitchFamily="34" charset="0"/>
                          <a:ea typeface="Calibri" pitchFamily="34" charset="-122"/>
                          <a:cs typeface="Calibri" pitchFamily="34" charset="-120"/>
                        </a:rPr>
                        <a:t>Time per 4 s window</a:t>
                      </a:r>
                      <a:endParaRPr lang="en-US" sz="13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r>
              <a:tr h="566928">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Python + native ONNX Runtime (reference)</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0.3 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r>
              <a:tr h="566928">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Node + ONNX Runtime WebAssembly (local harness)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3 × 10⁻⁶</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0.57 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r>
              <a:tr h="566928">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Chrome tab (web page, "run in this browser")</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same function, same results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0.6 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r>
              <a:tr h="566928">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DCP worker (native Mac worker, WebAssembly)</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4 × 10⁻⁵ (CSV rounding)</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0.8 s</a:t>
                      </a:r>
                      <a:endParaRPr lang="en-US" sz="1400" dirty="0">
                        <a:latin typeface="Calibri" charset="0"/>
                        <a:ea typeface="Calibri" charset="0"/>
                        <a:cs typeface="Calibri" charset="0"/>
                      </a:endParaRPr>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rgbClr val="FFFFFF">
                        <a:alpha val="80000"/>
                      </a:srgbClr>
                    </a:solidFill>
                  </a:tcPr>
                </a:tc>
              </a:tr>
            </a:tbl>
          </a:graphicData>
        </a:graphic>
      </p:graphicFrame>
      <p:sp>
        <p:nvSpPr>
          <p:cNvPr id="4" name="Text 1"/>
          <p:cNvSpPr txBox="1"/>
          <p:nvPr/>
        </p:nvSpPr>
        <p:spPr>
          <a:xfrm>
            <a:off x="7955280" y="1417320"/>
            <a:ext cx="365760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23 test files</a:t>
            </a:r>
            <a:endParaRPr lang="en-US" sz="3000" dirty="0"/>
          </a:p>
        </p:txBody>
      </p:sp>
      <p:sp>
        <p:nvSpPr>
          <p:cNvPr id="5" name="Text 2"/>
          <p:cNvSpPr txBox="1"/>
          <p:nvPr/>
        </p:nvSpPr>
        <p:spPr>
          <a:xfrm>
            <a:off x="7955280" y="2011680"/>
            <a:ext cx="3657600" cy="640080"/>
          </a:xfrm>
          <a:prstGeom prst="rect">
            <a:avLst/>
          </a:prstGeom>
          <a:noFill/>
          <a:ln/>
        </p:spPr>
        <p:txBody>
          <a:bodyPr wrap="square" lIns="0" tIns="0" rIns="0" bIns="0" rtlCol="0" anchor="t"/>
          <a:lstStyle/>
          <a:p>
            <a:pPr indent="0" marL="0">
              <a:buNone/>
            </a:pPr>
            <a:r>
              <a:rPr lang="en-US" sz="1300" dirty="0">
                <a:solidFill>
                  <a:schemeClr val="tx2"/>
                </a:solidFill>
              </a:rPr>
              <a:t>run through the work function and through the original Python loader, compared window by window</a:t>
            </a:r>
            <a:endParaRPr lang="en-US" sz="1300" dirty="0"/>
          </a:p>
        </p:txBody>
      </p:sp>
      <p:sp>
        <p:nvSpPr>
          <p:cNvPr id="6" name="Text 3"/>
          <p:cNvSpPr txBox="1"/>
          <p:nvPr/>
        </p:nvSpPr>
        <p:spPr>
          <a:xfrm>
            <a:off x="7955280" y="2834640"/>
            <a:ext cx="36576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WAV: 16-bit, 32-bit float</a:t>
            </a:r>
            <a:endParaRPr lang="en-US" sz="1400" dirty="0"/>
          </a:p>
          <a:p>
            <a:pPr marL="342900" indent="-342900">
              <a:spcAft>
                <a:spcPts val="600"/>
              </a:spcAft>
              <a:buSzPct val="100000"/>
              <a:buChar char="•"/>
            </a:pPr>
            <a:r>
              <a:rPr lang="en-US" sz="1400" dirty="0">
                <a:solidFill>
                  <a:schemeClr val="tx1"/>
                </a:solidFill>
              </a:rPr>
              <a:t>FLAC: 16-bit mono, 24-bit stereo</a:t>
            </a:r>
            <a:endParaRPr lang="en-US" sz="1400" dirty="0"/>
          </a:p>
          <a:p>
            <a:pPr marL="342900" indent="-342900">
              <a:spcAft>
                <a:spcPts val="600"/>
              </a:spcAft>
              <a:buSzPct val="100000"/>
              <a:buChar char="•"/>
            </a:pPr>
            <a:r>
              <a:rPr lang="en-US" sz="1400" dirty="0">
                <a:solidFill>
                  <a:schemeClr val="tx1"/>
                </a:solidFill>
              </a:rPr>
              <a:t>44.1 kHz and 22.05 kHz sources</a:t>
            </a:r>
            <a:endParaRPr lang="en-US" sz="1400" dirty="0"/>
          </a:p>
          <a:p>
            <a:pPr marL="342900" indent="-342900">
              <a:spcAft>
                <a:spcPts val="600"/>
              </a:spcAft>
              <a:buSzPct val="100000"/>
              <a:buChar char="•"/>
            </a:pPr>
            <a:r>
              <a:rPr lang="en-US" sz="1400" dirty="0">
                <a:solidFill>
                  <a:schemeClr val="tx1"/>
                </a:solidFill>
              </a:rPr>
              <a:t>a 12-second clip with 9 windows</a:t>
            </a:r>
            <a:endParaRPr lang="en-US" sz="1400" dirty="0"/>
          </a:p>
        </p:txBody>
      </p:sp>
      <p:sp>
        <p:nvSpPr>
          <p:cNvPr id="7" name="Text 4"/>
          <p:cNvSpPr txBox="1"/>
          <p:nvPr/>
        </p:nvSpPr>
        <p:spPr>
          <a:xfrm>
            <a:off x="548640" y="4572000"/>
            <a:ext cx="6949440" cy="731520"/>
          </a:xfrm>
          <a:prstGeom prst="rect">
            <a:avLst/>
          </a:prstGeom>
          <a:noFill/>
          <a:ln/>
        </p:spPr>
        <p:txBody>
          <a:bodyPr wrap="square" lIns="0" tIns="0" rIns="0" bIns="0" rtlCol="0" anchor="t"/>
          <a:lstStyle/>
          <a:p>
            <a:pPr indent="0" marL="0">
              <a:buNone/>
            </a:pPr>
            <a:r>
              <a:rPr lang="en-US" sz="1300" dirty="0">
                <a:solidFill>
                  <a:schemeClr val="tx2"/>
                </a:solidFill>
              </a:rPr>
              <a:t>A bug in the decoder or the resampler would show up as a score difference, so one end-to-end check covers all of them.</a:t>
            </a:r>
            <a:endParaRPr lang="en-US" sz="13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 web page that launches the job</a:t>
            </a:r>
            <a:endParaRPr lang="en-US" sz="3200" dirty="0"/>
          </a:p>
        </p:txBody>
      </p:sp>
      <p:pic>
        <p:nvPicPr>
          <p:cNvPr id="3" name="Image 0" descr="Results section of the TrustLayer web page">    </p:cNvPr>
          <p:cNvPicPr>
            <a:picLocks noChangeAspect="1"/>
          </p:cNvPicPr>
          <p:nvPr/>
        </p:nvPicPr>
        <p:blipFill>
          <a:blip r:embed="rId1"/>
          <a:stretch>
            <a:fillRect/>
          </a:stretch>
        </p:blipFill>
        <p:spPr>
          <a:xfrm>
            <a:off x="548640" y="1280160"/>
            <a:ext cx="3981401" cy="4892040"/>
          </a:xfrm>
          <a:prstGeom prst="rect">
            <a:avLst/>
          </a:prstGeom>
        </p:spPr>
      </p:pic>
      <p:sp>
        <p:nvSpPr>
          <p:cNvPr id="4" name="Text 1"/>
          <p:cNvSpPr txBox="1"/>
          <p:nvPr/>
        </p:nvSpPr>
        <p:spPr>
          <a:xfrm>
            <a:off x="5120640" y="1417320"/>
            <a:ext cx="6492240" cy="4754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Paste an API key, pick compute groups and a payment offer.</a:t>
            </a:r>
            <a:endParaRPr lang="en-US" sz="1500" dirty="0"/>
          </a:p>
          <a:p>
            <a:pPr marL="342900" indent="-342900">
              <a:spcAft>
                <a:spcPts val="600"/>
              </a:spcAft>
              <a:buSzPct val="100000"/>
              <a:buChar char="•"/>
            </a:pPr>
            <a:r>
              <a:rPr lang="en-US" sz="1500" dirty="0">
                <a:solidFill>
                  <a:schemeClr val="tx1"/>
                </a:solidFill>
              </a:rPr>
              <a:t>Drop WAV or FLAC files, or load the sample clips.</a:t>
            </a:r>
            <a:endParaRPr lang="en-US" sz="1500" dirty="0"/>
          </a:p>
          <a:p>
            <a:pPr marL="342900" indent="-342900">
              <a:spcAft>
                <a:spcPts val="600"/>
              </a:spcAft>
              <a:buSzPct val="100000"/>
              <a:buChar char="•"/>
            </a:pPr>
            <a:r>
              <a:rPr lang="en-US" sz="1500" dirty="0">
                <a:solidFill>
                  <a:schemeClr val="tx1"/>
                </a:solidFill>
              </a:rPr>
              <a:t>Choose noise levels, seeds and how far windows slide.</a:t>
            </a:r>
            <a:endParaRPr lang="en-US" sz="1500" dirty="0"/>
          </a:p>
          <a:p>
            <a:pPr marL="342900" indent="-342900">
              <a:spcAft>
                <a:spcPts val="600"/>
              </a:spcAft>
              <a:buSzPct val="100000"/>
              <a:buChar char="•"/>
            </a:pPr>
            <a:r>
              <a:rPr lang="en-US" sz="1500" dirty="0">
                <a:solidFill>
                  <a:schemeClr val="tx1"/>
                </a:solidFill>
              </a:rPr>
              <a:t>Deploy: slices stream back with a live log and progress bar.</a:t>
            </a:r>
            <a:endParaRPr lang="en-US" sz="1500" dirty="0"/>
          </a:p>
          <a:p>
            <a:pPr marL="342900" indent="-342900">
              <a:spcAft>
                <a:spcPts val="600"/>
              </a:spcAft>
              <a:buSzPct val="100000"/>
              <a:buChar char="•"/>
            </a:pPr>
            <a:r>
              <a:rPr lang="en-US" sz="1500" dirty="0">
                <a:solidFill>
                  <a:schemeClr val="tx1"/>
                </a:solidFill>
              </a:rPr>
              <a:t>Results by condition, a verdict per file, and a timeline of every window. Download as CSV or JSON.</a:t>
            </a:r>
            <a:endParaRPr lang="en-US" sz="1500" dirty="0"/>
          </a:p>
          <a:p>
            <a:pPr marL="342900" indent="-342900">
              <a:spcAft>
                <a:spcPts val="600"/>
              </a:spcAft>
              <a:buSzPct val="100000"/>
              <a:buChar char="•"/>
            </a:pPr>
            <a:r>
              <a:rPr lang="en-US" sz="1500" dirty="0">
                <a:solidFill>
                  <a:schemeClr val="tx1"/>
                </a:solidFill>
              </a:rPr>
              <a:t>"Run in this browser" runs the same work function in the tab, to test without spending credits.</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Noise turns real voices "synthetic"</a:t>
            </a:r>
            <a:endParaRPr lang="en-US" sz="3200" dirty="0"/>
          </a:p>
        </p:txBody>
      </p:sp>
      <p:graphicFrame>
        <p:nvGraphicFramePr>
          <p:cNvPr id="3" name="Chart 0" descr=""/>
          <p:cNvGraphicFramePr/>
          <p:nvPr/>
        </p:nvGraphicFramePr>
        <p:xfrm>
          <a:off x="548640" y="132588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463040"/>
            <a:ext cx="365760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0 of 4</a:t>
            </a:r>
            <a:endParaRPr lang="en-US" sz="4400" dirty="0"/>
          </a:p>
        </p:txBody>
      </p:sp>
      <p:sp>
        <p:nvSpPr>
          <p:cNvPr id="5" name="Text 2"/>
          <p:cNvSpPr txBox="1"/>
          <p:nvPr/>
        </p:nvSpPr>
        <p:spPr>
          <a:xfrm>
            <a:off x="7955280" y="2331720"/>
            <a:ext cx="3657600" cy="731520"/>
          </a:xfrm>
          <a:prstGeom prst="rect">
            <a:avLst/>
          </a:prstGeom>
          <a:noFill/>
          <a:ln/>
        </p:spPr>
        <p:txBody>
          <a:bodyPr wrap="square" lIns="0" tIns="0" rIns="0" bIns="0" rtlCol="0" anchor="t"/>
          <a:lstStyle/>
          <a:p>
            <a:pPr algn="l" indent="0" marL="0">
              <a:buNone/>
            </a:pPr>
            <a:r>
              <a:rPr lang="en-US" sz="1300" dirty="0">
                <a:solidFill>
                  <a:schemeClr val="tx2"/>
                </a:solidFill>
              </a:rPr>
              <a:t>genuine clips still called genuine at 0 dB, noise as loud as the voice</a:t>
            </a:r>
            <a:endParaRPr lang="en-US" sz="1300" dirty="0"/>
          </a:p>
        </p:txBody>
      </p:sp>
      <p:sp>
        <p:nvSpPr>
          <p:cNvPr id="6" name="Text 3"/>
          <p:cNvSpPr txBox="1"/>
          <p:nvPr/>
        </p:nvSpPr>
        <p:spPr>
          <a:xfrm>
            <a:off x="7955280" y="3108960"/>
            <a:ext cx="365760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4 of 4</a:t>
            </a:r>
            <a:endParaRPr lang="en-US" sz="4400" dirty="0"/>
          </a:p>
        </p:txBody>
      </p:sp>
      <p:sp>
        <p:nvSpPr>
          <p:cNvPr id="7" name="Text 4"/>
          <p:cNvSpPr txBox="1"/>
          <p:nvPr/>
        </p:nvSpPr>
        <p:spPr>
          <a:xfrm>
            <a:off x="7955280" y="3977640"/>
            <a:ext cx="3657600" cy="731520"/>
          </a:xfrm>
          <a:prstGeom prst="rect">
            <a:avLst/>
          </a:prstGeom>
          <a:noFill/>
          <a:ln/>
        </p:spPr>
        <p:txBody>
          <a:bodyPr wrap="square" lIns="0" tIns="0" rIns="0" bIns="0" rtlCol="0" anchor="t"/>
          <a:lstStyle/>
          <a:p>
            <a:pPr algn="l" indent="0" marL="0">
              <a:buNone/>
            </a:pPr>
            <a:r>
              <a:rPr lang="en-US" sz="1300" dirty="0">
                <a:solidFill>
                  <a:schemeClr val="tx2"/>
                </a:solidFill>
              </a:rPr>
              <a:t>synthetic clips still caught at 0 dB</a:t>
            </a:r>
            <a:endParaRPr lang="en-US" sz="1300" dirty="0"/>
          </a:p>
        </p:txBody>
      </p:sp>
      <p:sp>
        <p:nvSpPr>
          <p:cNvPr id="8" name="Text 5"/>
          <p:cNvSpPr txBox="1"/>
          <p:nvPr/>
        </p:nvSpPr>
        <p:spPr>
          <a:xfrm>
            <a:off x="7955280" y="4846320"/>
            <a:ext cx="3657600" cy="822960"/>
          </a:xfrm>
          <a:prstGeom prst="rect">
            <a:avLst/>
          </a:prstGeom>
          <a:noFill/>
          <a:ln/>
        </p:spPr>
        <p:txBody>
          <a:bodyPr wrap="square" lIns="0" tIns="0" rIns="0" bIns="0" rtlCol="0" anchor="t"/>
          <a:lstStyle/>
          <a:p>
            <a:pPr indent="0" marL="0">
              <a:buNone/>
            </a:pPr>
            <a:r>
              <a:rPr lang="en-US" sz="1300" dirty="0">
                <a:solidFill>
                  <a:schemeClr val="tx2"/>
                </a:solidFill>
              </a:rPr>
              <a:t>Eight hand-picked clips show the direction of the effect, not the detector's accuracy in the wild.</a:t>
            </a:r>
            <a:endParaRPr lang="en-US" sz="13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 fake spliced into real speech slips through</a:t>
            </a:r>
            <a:endParaRPr lang="en-US" sz="3200" dirty="0"/>
          </a:p>
        </p:txBody>
      </p:sp>
      <p:sp>
        <p:nvSpPr>
          <p:cNvPr id="3" name="Shape 1"/>
          <p:cNvSpPr/>
          <p:nvPr/>
        </p:nvSpPr>
        <p:spPr>
          <a:xfrm>
            <a:off x="548640" y="1865376"/>
            <a:ext cx="35905" cy="18288"/>
          </a:xfrm>
          <a:prstGeom prst="rect">
            <a:avLst/>
          </a:prstGeom>
          <a:solidFill>
            <a:srgbClr val="4F5D6B"/>
          </a:solidFill>
          <a:ln w="12700">
            <a:solidFill>
              <a:srgbClr val="4F5D6B"/>
            </a:solidFill>
            <a:prstDash val="solid"/>
          </a:ln>
        </p:spPr>
      </p:sp>
      <p:sp>
        <p:nvSpPr>
          <p:cNvPr id="4" name="Shape 2"/>
          <p:cNvSpPr/>
          <p:nvPr/>
        </p:nvSpPr>
        <p:spPr>
          <a:xfrm>
            <a:off x="606552" y="1865376"/>
            <a:ext cx="35905" cy="18288"/>
          </a:xfrm>
          <a:prstGeom prst="rect">
            <a:avLst/>
          </a:prstGeom>
          <a:solidFill>
            <a:srgbClr val="4F5D6B"/>
          </a:solidFill>
          <a:ln w="12700">
            <a:solidFill>
              <a:srgbClr val="4F5D6B"/>
            </a:solidFill>
            <a:prstDash val="solid"/>
          </a:ln>
        </p:spPr>
      </p:sp>
      <p:sp>
        <p:nvSpPr>
          <p:cNvPr id="5" name="Shape 3"/>
          <p:cNvSpPr/>
          <p:nvPr/>
        </p:nvSpPr>
        <p:spPr>
          <a:xfrm>
            <a:off x="664464" y="1865376"/>
            <a:ext cx="35905" cy="18288"/>
          </a:xfrm>
          <a:prstGeom prst="rect">
            <a:avLst/>
          </a:prstGeom>
          <a:solidFill>
            <a:srgbClr val="4F5D6B"/>
          </a:solidFill>
          <a:ln w="12700">
            <a:solidFill>
              <a:srgbClr val="4F5D6B"/>
            </a:solidFill>
            <a:prstDash val="solid"/>
          </a:ln>
        </p:spPr>
      </p:sp>
      <p:sp>
        <p:nvSpPr>
          <p:cNvPr id="6" name="Shape 4"/>
          <p:cNvSpPr/>
          <p:nvPr/>
        </p:nvSpPr>
        <p:spPr>
          <a:xfrm>
            <a:off x="722376" y="1865376"/>
            <a:ext cx="35905" cy="18288"/>
          </a:xfrm>
          <a:prstGeom prst="rect">
            <a:avLst/>
          </a:prstGeom>
          <a:solidFill>
            <a:srgbClr val="4F5D6B"/>
          </a:solidFill>
          <a:ln w="12700">
            <a:solidFill>
              <a:srgbClr val="4F5D6B"/>
            </a:solidFill>
            <a:prstDash val="solid"/>
          </a:ln>
        </p:spPr>
      </p:sp>
      <p:sp>
        <p:nvSpPr>
          <p:cNvPr id="7" name="Shape 5"/>
          <p:cNvSpPr/>
          <p:nvPr/>
        </p:nvSpPr>
        <p:spPr>
          <a:xfrm>
            <a:off x="780288" y="1865376"/>
            <a:ext cx="35905" cy="18288"/>
          </a:xfrm>
          <a:prstGeom prst="rect">
            <a:avLst/>
          </a:prstGeom>
          <a:solidFill>
            <a:srgbClr val="4F5D6B"/>
          </a:solidFill>
          <a:ln w="12700">
            <a:solidFill>
              <a:srgbClr val="4F5D6B"/>
            </a:solidFill>
            <a:prstDash val="solid"/>
          </a:ln>
        </p:spPr>
      </p:sp>
      <p:sp>
        <p:nvSpPr>
          <p:cNvPr id="8" name="Shape 6"/>
          <p:cNvSpPr/>
          <p:nvPr/>
        </p:nvSpPr>
        <p:spPr>
          <a:xfrm>
            <a:off x="838200" y="1865376"/>
            <a:ext cx="35905" cy="18288"/>
          </a:xfrm>
          <a:prstGeom prst="rect">
            <a:avLst/>
          </a:prstGeom>
          <a:solidFill>
            <a:srgbClr val="4F5D6B"/>
          </a:solidFill>
          <a:ln w="12700">
            <a:solidFill>
              <a:srgbClr val="4F5D6B"/>
            </a:solidFill>
            <a:prstDash val="solid"/>
          </a:ln>
        </p:spPr>
      </p:sp>
      <p:sp>
        <p:nvSpPr>
          <p:cNvPr id="9" name="Shape 7"/>
          <p:cNvSpPr/>
          <p:nvPr/>
        </p:nvSpPr>
        <p:spPr>
          <a:xfrm>
            <a:off x="896112" y="1865376"/>
            <a:ext cx="35905" cy="18288"/>
          </a:xfrm>
          <a:prstGeom prst="rect">
            <a:avLst/>
          </a:prstGeom>
          <a:solidFill>
            <a:srgbClr val="4F5D6B"/>
          </a:solidFill>
          <a:ln w="12700">
            <a:solidFill>
              <a:srgbClr val="4F5D6B"/>
            </a:solidFill>
            <a:prstDash val="solid"/>
          </a:ln>
        </p:spPr>
      </p:sp>
      <p:sp>
        <p:nvSpPr>
          <p:cNvPr id="10" name="Shape 8"/>
          <p:cNvSpPr/>
          <p:nvPr/>
        </p:nvSpPr>
        <p:spPr>
          <a:xfrm>
            <a:off x="954024" y="1865376"/>
            <a:ext cx="35905" cy="18288"/>
          </a:xfrm>
          <a:prstGeom prst="rect">
            <a:avLst/>
          </a:prstGeom>
          <a:solidFill>
            <a:srgbClr val="4F5D6B"/>
          </a:solidFill>
          <a:ln w="12700">
            <a:solidFill>
              <a:srgbClr val="4F5D6B"/>
            </a:solidFill>
            <a:prstDash val="solid"/>
          </a:ln>
        </p:spPr>
      </p:sp>
      <p:sp>
        <p:nvSpPr>
          <p:cNvPr id="11" name="Shape 9"/>
          <p:cNvSpPr/>
          <p:nvPr/>
        </p:nvSpPr>
        <p:spPr>
          <a:xfrm>
            <a:off x="1011936" y="1865376"/>
            <a:ext cx="35905" cy="18288"/>
          </a:xfrm>
          <a:prstGeom prst="rect">
            <a:avLst/>
          </a:prstGeom>
          <a:solidFill>
            <a:srgbClr val="4F5D6B"/>
          </a:solidFill>
          <a:ln w="12700">
            <a:solidFill>
              <a:srgbClr val="4F5D6B"/>
            </a:solidFill>
            <a:prstDash val="solid"/>
          </a:ln>
        </p:spPr>
      </p:sp>
      <p:sp>
        <p:nvSpPr>
          <p:cNvPr id="12" name="Shape 10"/>
          <p:cNvSpPr/>
          <p:nvPr/>
        </p:nvSpPr>
        <p:spPr>
          <a:xfrm>
            <a:off x="1069848" y="1863890"/>
            <a:ext cx="35905" cy="21260"/>
          </a:xfrm>
          <a:prstGeom prst="rect">
            <a:avLst/>
          </a:prstGeom>
          <a:solidFill>
            <a:srgbClr val="4F5D6B"/>
          </a:solidFill>
          <a:ln w="12700">
            <a:solidFill>
              <a:srgbClr val="4F5D6B"/>
            </a:solidFill>
            <a:prstDash val="solid"/>
          </a:ln>
        </p:spPr>
      </p:sp>
      <p:sp>
        <p:nvSpPr>
          <p:cNvPr id="13" name="Shape 11"/>
          <p:cNvSpPr/>
          <p:nvPr/>
        </p:nvSpPr>
        <p:spPr>
          <a:xfrm>
            <a:off x="1127760" y="1864233"/>
            <a:ext cx="35905" cy="20574"/>
          </a:xfrm>
          <a:prstGeom prst="rect">
            <a:avLst/>
          </a:prstGeom>
          <a:solidFill>
            <a:srgbClr val="4F5D6B"/>
          </a:solidFill>
          <a:ln w="12700">
            <a:solidFill>
              <a:srgbClr val="4F5D6B"/>
            </a:solidFill>
            <a:prstDash val="solid"/>
          </a:ln>
        </p:spPr>
      </p:sp>
      <p:sp>
        <p:nvSpPr>
          <p:cNvPr id="14" name="Shape 12"/>
          <p:cNvSpPr/>
          <p:nvPr/>
        </p:nvSpPr>
        <p:spPr>
          <a:xfrm>
            <a:off x="1185672" y="1864919"/>
            <a:ext cx="35905" cy="19202"/>
          </a:xfrm>
          <a:prstGeom prst="rect">
            <a:avLst/>
          </a:prstGeom>
          <a:solidFill>
            <a:srgbClr val="4F5D6B"/>
          </a:solidFill>
          <a:ln w="12700">
            <a:solidFill>
              <a:srgbClr val="4F5D6B"/>
            </a:solidFill>
            <a:prstDash val="solid"/>
          </a:ln>
        </p:spPr>
      </p:sp>
      <p:sp>
        <p:nvSpPr>
          <p:cNvPr id="15" name="Shape 13"/>
          <p:cNvSpPr/>
          <p:nvPr/>
        </p:nvSpPr>
        <p:spPr>
          <a:xfrm>
            <a:off x="1243584" y="1865376"/>
            <a:ext cx="35905" cy="18288"/>
          </a:xfrm>
          <a:prstGeom prst="rect">
            <a:avLst/>
          </a:prstGeom>
          <a:solidFill>
            <a:srgbClr val="4F5D6B"/>
          </a:solidFill>
          <a:ln w="12700">
            <a:solidFill>
              <a:srgbClr val="4F5D6B"/>
            </a:solidFill>
            <a:prstDash val="solid"/>
          </a:ln>
        </p:spPr>
      </p:sp>
      <p:sp>
        <p:nvSpPr>
          <p:cNvPr id="16" name="Shape 14"/>
          <p:cNvSpPr/>
          <p:nvPr/>
        </p:nvSpPr>
        <p:spPr>
          <a:xfrm>
            <a:off x="1301496" y="1863547"/>
            <a:ext cx="35905" cy="21946"/>
          </a:xfrm>
          <a:prstGeom prst="rect">
            <a:avLst/>
          </a:prstGeom>
          <a:solidFill>
            <a:srgbClr val="4F5D6B"/>
          </a:solidFill>
          <a:ln w="12700">
            <a:solidFill>
              <a:srgbClr val="4F5D6B"/>
            </a:solidFill>
            <a:prstDash val="solid"/>
          </a:ln>
        </p:spPr>
      </p:sp>
      <p:sp>
        <p:nvSpPr>
          <p:cNvPr id="17" name="Shape 15"/>
          <p:cNvSpPr/>
          <p:nvPr/>
        </p:nvSpPr>
        <p:spPr>
          <a:xfrm>
            <a:off x="1359408" y="1865376"/>
            <a:ext cx="35905" cy="18288"/>
          </a:xfrm>
          <a:prstGeom prst="rect">
            <a:avLst/>
          </a:prstGeom>
          <a:solidFill>
            <a:srgbClr val="4F5D6B"/>
          </a:solidFill>
          <a:ln w="12700">
            <a:solidFill>
              <a:srgbClr val="4F5D6B"/>
            </a:solidFill>
            <a:prstDash val="solid"/>
          </a:ln>
        </p:spPr>
      </p:sp>
      <p:sp>
        <p:nvSpPr>
          <p:cNvPr id="18" name="Shape 16"/>
          <p:cNvSpPr/>
          <p:nvPr/>
        </p:nvSpPr>
        <p:spPr>
          <a:xfrm>
            <a:off x="1417320" y="1865376"/>
            <a:ext cx="35905" cy="18288"/>
          </a:xfrm>
          <a:prstGeom prst="rect">
            <a:avLst/>
          </a:prstGeom>
          <a:solidFill>
            <a:srgbClr val="4F5D6B"/>
          </a:solidFill>
          <a:ln w="12700">
            <a:solidFill>
              <a:srgbClr val="4F5D6B"/>
            </a:solidFill>
            <a:prstDash val="solid"/>
          </a:ln>
        </p:spPr>
      </p:sp>
      <p:sp>
        <p:nvSpPr>
          <p:cNvPr id="19" name="Shape 17"/>
          <p:cNvSpPr/>
          <p:nvPr/>
        </p:nvSpPr>
        <p:spPr>
          <a:xfrm>
            <a:off x="1475232" y="1865262"/>
            <a:ext cx="35905" cy="18517"/>
          </a:xfrm>
          <a:prstGeom prst="rect">
            <a:avLst/>
          </a:prstGeom>
          <a:solidFill>
            <a:srgbClr val="4F5D6B"/>
          </a:solidFill>
          <a:ln w="12700">
            <a:solidFill>
              <a:srgbClr val="4F5D6B"/>
            </a:solidFill>
            <a:prstDash val="solid"/>
          </a:ln>
        </p:spPr>
      </p:sp>
      <p:sp>
        <p:nvSpPr>
          <p:cNvPr id="20" name="Shape 18"/>
          <p:cNvSpPr/>
          <p:nvPr/>
        </p:nvSpPr>
        <p:spPr>
          <a:xfrm>
            <a:off x="1533144" y="1865376"/>
            <a:ext cx="35905" cy="18288"/>
          </a:xfrm>
          <a:prstGeom prst="rect">
            <a:avLst/>
          </a:prstGeom>
          <a:solidFill>
            <a:srgbClr val="4F5D6B"/>
          </a:solidFill>
          <a:ln w="12700">
            <a:solidFill>
              <a:srgbClr val="4F5D6B"/>
            </a:solidFill>
            <a:prstDash val="solid"/>
          </a:ln>
        </p:spPr>
      </p:sp>
      <p:sp>
        <p:nvSpPr>
          <p:cNvPr id="21" name="Shape 19"/>
          <p:cNvSpPr/>
          <p:nvPr/>
        </p:nvSpPr>
        <p:spPr>
          <a:xfrm>
            <a:off x="1591056" y="1720558"/>
            <a:ext cx="35905" cy="307924"/>
          </a:xfrm>
          <a:prstGeom prst="rect">
            <a:avLst/>
          </a:prstGeom>
          <a:solidFill>
            <a:srgbClr val="4F5D6B"/>
          </a:solidFill>
          <a:ln w="12700">
            <a:solidFill>
              <a:srgbClr val="4F5D6B"/>
            </a:solidFill>
            <a:prstDash val="solid"/>
          </a:ln>
        </p:spPr>
      </p:sp>
      <p:sp>
        <p:nvSpPr>
          <p:cNvPr id="22" name="Shape 20"/>
          <p:cNvSpPr/>
          <p:nvPr/>
        </p:nvSpPr>
        <p:spPr>
          <a:xfrm>
            <a:off x="1648968" y="1731531"/>
            <a:ext cx="35905" cy="285979"/>
          </a:xfrm>
          <a:prstGeom prst="rect">
            <a:avLst/>
          </a:prstGeom>
          <a:solidFill>
            <a:srgbClr val="4F5D6B"/>
          </a:solidFill>
          <a:ln w="12700">
            <a:solidFill>
              <a:srgbClr val="4F5D6B"/>
            </a:solidFill>
            <a:prstDash val="solid"/>
          </a:ln>
        </p:spPr>
      </p:sp>
      <p:sp>
        <p:nvSpPr>
          <p:cNvPr id="23" name="Shape 21"/>
          <p:cNvSpPr/>
          <p:nvPr/>
        </p:nvSpPr>
        <p:spPr>
          <a:xfrm>
            <a:off x="1706880" y="1713014"/>
            <a:ext cx="35905" cy="323012"/>
          </a:xfrm>
          <a:prstGeom prst="rect">
            <a:avLst/>
          </a:prstGeom>
          <a:solidFill>
            <a:srgbClr val="4F5D6B"/>
          </a:solidFill>
          <a:ln w="12700">
            <a:solidFill>
              <a:srgbClr val="4F5D6B"/>
            </a:solidFill>
            <a:prstDash val="solid"/>
          </a:ln>
        </p:spPr>
      </p:sp>
      <p:sp>
        <p:nvSpPr>
          <p:cNvPr id="24" name="Shape 22"/>
          <p:cNvSpPr/>
          <p:nvPr/>
        </p:nvSpPr>
        <p:spPr>
          <a:xfrm>
            <a:off x="1764792" y="1607744"/>
            <a:ext cx="35905" cy="533552"/>
          </a:xfrm>
          <a:prstGeom prst="rect">
            <a:avLst/>
          </a:prstGeom>
          <a:solidFill>
            <a:srgbClr val="4F5D6B"/>
          </a:solidFill>
          <a:ln w="12700">
            <a:solidFill>
              <a:srgbClr val="4F5D6B"/>
            </a:solidFill>
            <a:prstDash val="solid"/>
          </a:ln>
        </p:spPr>
      </p:sp>
      <p:sp>
        <p:nvSpPr>
          <p:cNvPr id="25" name="Shape 23"/>
          <p:cNvSpPr/>
          <p:nvPr/>
        </p:nvSpPr>
        <p:spPr>
          <a:xfrm>
            <a:off x="1822704" y="1685239"/>
            <a:ext cx="35905" cy="378562"/>
          </a:xfrm>
          <a:prstGeom prst="rect">
            <a:avLst/>
          </a:prstGeom>
          <a:solidFill>
            <a:srgbClr val="4F5D6B"/>
          </a:solidFill>
          <a:ln w="12700">
            <a:solidFill>
              <a:srgbClr val="4F5D6B"/>
            </a:solidFill>
            <a:prstDash val="solid"/>
          </a:ln>
        </p:spPr>
      </p:sp>
      <p:sp>
        <p:nvSpPr>
          <p:cNvPr id="26" name="Shape 24"/>
          <p:cNvSpPr/>
          <p:nvPr/>
        </p:nvSpPr>
        <p:spPr>
          <a:xfrm>
            <a:off x="1880616" y="1842973"/>
            <a:ext cx="35905" cy="63094"/>
          </a:xfrm>
          <a:prstGeom prst="rect">
            <a:avLst/>
          </a:prstGeom>
          <a:solidFill>
            <a:srgbClr val="4F5D6B"/>
          </a:solidFill>
          <a:ln w="12700">
            <a:solidFill>
              <a:srgbClr val="4F5D6B"/>
            </a:solidFill>
            <a:prstDash val="solid"/>
          </a:ln>
        </p:spPr>
      </p:sp>
      <p:sp>
        <p:nvSpPr>
          <p:cNvPr id="27" name="Shape 25"/>
          <p:cNvSpPr/>
          <p:nvPr/>
        </p:nvSpPr>
        <p:spPr>
          <a:xfrm>
            <a:off x="1938528" y="1682153"/>
            <a:ext cx="35905" cy="384734"/>
          </a:xfrm>
          <a:prstGeom prst="rect">
            <a:avLst/>
          </a:prstGeom>
          <a:solidFill>
            <a:srgbClr val="4F5D6B"/>
          </a:solidFill>
          <a:ln w="12700">
            <a:solidFill>
              <a:srgbClr val="4F5D6B"/>
            </a:solidFill>
            <a:prstDash val="solid"/>
          </a:ln>
        </p:spPr>
      </p:sp>
      <p:sp>
        <p:nvSpPr>
          <p:cNvPr id="28" name="Shape 26"/>
          <p:cNvSpPr/>
          <p:nvPr/>
        </p:nvSpPr>
        <p:spPr>
          <a:xfrm>
            <a:off x="1996440" y="1747990"/>
            <a:ext cx="35905" cy="253060"/>
          </a:xfrm>
          <a:prstGeom prst="rect">
            <a:avLst/>
          </a:prstGeom>
          <a:solidFill>
            <a:srgbClr val="4F5D6B"/>
          </a:solidFill>
          <a:ln w="12700">
            <a:solidFill>
              <a:srgbClr val="4F5D6B"/>
            </a:solidFill>
            <a:prstDash val="solid"/>
          </a:ln>
        </p:spPr>
      </p:sp>
      <p:sp>
        <p:nvSpPr>
          <p:cNvPr id="29" name="Shape 27"/>
          <p:cNvSpPr/>
          <p:nvPr/>
        </p:nvSpPr>
        <p:spPr>
          <a:xfrm>
            <a:off x="2054352" y="1637919"/>
            <a:ext cx="35905" cy="473202"/>
          </a:xfrm>
          <a:prstGeom prst="rect">
            <a:avLst/>
          </a:prstGeom>
          <a:solidFill>
            <a:srgbClr val="4F5D6B"/>
          </a:solidFill>
          <a:ln w="12700">
            <a:solidFill>
              <a:srgbClr val="4F5D6B"/>
            </a:solidFill>
            <a:prstDash val="solid"/>
          </a:ln>
        </p:spPr>
      </p:sp>
      <p:sp>
        <p:nvSpPr>
          <p:cNvPr id="30" name="Shape 28"/>
          <p:cNvSpPr/>
          <p:nvPr/>
        </p:nvSpPr>
        <p:spPr>
          <a:xfrm>
            <a:off x="2112264" y="1835087"/>
            <a:ext cx="35905" cy="78867"/>
          </a:xfrm>
          <a:prstGeom prst="rect">
            <a:avLst/>
          </a:prstGeom>
          <a:solidFill>
            <a:srgbClr val="4F5D6B"/>
          </a:solidFill>
          <a:ln w="12700">
            <a:solidFill>
              <a:srgbClr val="4F5D6B"/>
            </a:solidFill>
            <a:prstDash val="solid"/>
          </a:ln>
        </p:spPr>
      </p:sp>
      <p:sp>
        <p:nvSpPr>
          <p:cNvPr id="31" name="Shape 29"/>
          <p:cNvSpPr/>
          <p:nvPr/>
        </p:nvSpPr>
        <p:spPr>
          <a:xfrm>
            <a:off x="2170176" y="1766506"/>
            <a:ext cx="35905" cy="216027"/>
          </a:xfrm>
          <a:prstGeom prst="rect">
            <a:avLst/>
          </a:prstGeom>
          <a:solidFill>
            <a:srgbClr val="4F5D6B"/>
          </a:solidFill>
          <a:ln w="12700">
            <a:solidFill>
              <a:srgbClr val="4F5D6B"/>
            </a:solidFill>
            <a:prstDash val="solid"/>
          </a:ln>
        </p:spPr>
      </p:sp>
      <p:sp>
        <p:nvSpPr>
          <p:cNvPr id="32" name="Shape 30"/>
          <p:cNvSpPr/>
          <p:nvPr/>
        </p:nvSpPr>
        <p:spPr>
          <a:xfrm>
            <a:off x="2228088" y="1649578"/>
            <a:ext cx="35905" cy="449885"/>
          </a:xfrm>
          <a:prstGeom prst="rect">
            <a:avLst/>
          </a:prstGeom>
          <a:solidFill>
            <a:srgbClr val="4F5D6B"/>
          </a:solidFill>
          <a:ln w="12700">
            <a:solidFill>
              <a:srgbClr val="4F5D6B"/>
            </a:solidFill>
            <a:prstDash val="solid"/>
          </a:ln>
        </p:spPr>
      </p:sp>
      <p:sp>
        <p:nvSpPr>
          <p:cNvPr id="33" name="Shape 31"/>
          <p:cNvSpPr/>
          <p:nvPr/>
        </p:nvSpPr>
        <p:spPr>
          <a:xfrm>
            <a:off x="2286000" y="1649235"/>
            <a:ext cx="35905" cy="450571"/>
          </a:xfrm>
          <a:prstGeom prst="rect">
            <a:avLst/>
          </a:prstGeom>
          <a:solidFill>
            <a:srgbClr val="4F5D6B"/>
          </a:solidFill>
          <a:ln w="12700">
            <a:solidFill>
              <a:srgbClr val="4F5D6B"/>
            </a:solidFill>
            <a:prstDash val="solid"/>
          </a:ln>
        </p:spPr>
      </p:sp>
      <p:sp>
        <p:nvSpPr>
          <p:cNvPr id="34" name="Shape 32"/>
          <p:cNvSpPr/>
          <p:nvPr/>
        </p:nvSpPr>
        <p:spPr>
          <a:xfrm>
            <a:off x="2343912" y="1631747"/>
            <a:ext cx="35905" cy="485546"/>
          </a:xfrm>
          <a:prstGeom prst="rect">
            <a:avLst/>
          </a:prstGeom>
          <a:solidFill>
            <a:srgbClr val="4F5D6B"/>
          </a:solidFill>
          <a:ln w="12700">
            <a:solidFill>
              <a:srgbClr val="4F5D6B"/>
            </a:solidFill>
            <a:prstDash val="solid"/>
          </a:ln>
        </p:spPr>
      </p:sp>
      <p:sp>
        <p:nvSpPr>
          <p:cNvPr id="35" name="Shape 33"/>
          <p:cNvSpPr/>
          <p:nvPr/>
        </p:nvSpPr>
        <p:spPr>
          <a:xfrm>
            <a:off x="2401824" y="1740103"/>
            <a:ext cx="35905" cy="268834"/>
          </a:xfrm>
          <a:prstGeom prst="rect">
            <a:avLst/>
          </a:prstGeom>
          <a:solidFill>
            <a:srgbClr val="4F5D6B"/>
          </a:solidFill>
          <a:ln w="12700">
            <a:solidFill>
              <a:srgbClr val="4F5D6B"/>
            </a:solidFill>
            <a:prstDash val="solid"/>
          </a:ln>
        </p:spPr>
      </p:sp>
      <p:sp>
        <p:nvSpPr>
          <p:cNvPr id="36" name="Shape 34"/>
          <p:cNvSpPr/>
          <p:nvPr/>
        </p:nvSpPr>
        <p:spPr>
          <a:xfrm>
            <a:off x="2459736" y="1728102"/>
            <a:ext cx="35905" cy="292837"/>
          </a:xfrm>
          <a:prstGeom prst="rect">
            <a:avLst/>
          </a:prstGeom>
          <a:solidFill>
            <a:srgbClr val="4F5D6B"/>
          </a:solidFill>
          <a:ln w="12700">
            <a:solidFill>
              <a:srgbClr val="4F5D6B"/>
            </a:solidFill>
            <a:prstDash val="solid"/>
          </a:ln>
        </p:spPr>
      </p:sp>
      <p:sp>
        <p:nvSpPr>
          <p:cNvPr id="37" name="Shape 35"/>
          <p:cNvSpPr/>
          <p:nvPr/>
        </p:nvSpPr>
        <p:spPr>
          <a:xfrm>
            <a:off x="2517648" y="1665694"/>
            <a:ext cx="35905" cy="417652"/>
          </a:xfrm>
          <a:prstGeom prst="rect">
            <a:avLst/>
          </a:prstGeom>
          <a:solidFill>
            <a:srgbClr val="4F5D6B"/>
          </a:solidFill>
          <a:ln w="12700">
            <a:solidFill>
              <a:srgbClr val="4F5D6B"/>
            </a:solidFill>
            <a:prstDash val="solid"/>
          </a:ln>
        </p:spPr>
      </p:sp>
      <p:sp>
        <p:nvSpPr>
          <p:cNvPr id="38" name="Shape 36"/>
          <p:cNvSpPr/>
          <p:nvPr/>
        </p:nvSpPr>
        <p:spPr>
          <a:xfrm>
            <a:off x="2575560" y="1829257"/>
            <a:ext cx="35905" cy="90526"/>
          </a:xfrm>
          <a:prstGeom prst="rect">
            <a:avLst/>
          </a:prstGeom>
          <a:solidFill>
            <a:srgbClr val="4F5D6B"/>
          </a:solidFill>
          <a:ln w="12700">
            <a:solidFill>
              <a:srgbClr val="4F5D6B"/>
            </a:solidFill>
            <a:prstDash val="solid"/>
          </a:ln>
        </p:spPr>
      </p:sp>
      <p:sp>
        <p:nvSpPr>
          <p:cNvPr id="39" name="Shape 37"/>
          <p:cNvSpPr/>
          <p:nvPr/>
        </p:nvSpPr>
        <p:spPr>
          <a:xfrm>
            <a:off x="2633472" y="1786738"/>
            <a:ext cx="35905" cy="175565"/>
          </a:xfrm>
          <a:prstGeom prst="rect">
            <a:avLst/>
          </a:prstGeom>
          <a:solidFill>
            <a:srgbClr val="4F5D6B"/>
          </a:solidFill>
          <a:ln w="12700">
            <a:solidFill>
              <a:srgbClr val="4F5D6B"/>
            </a:solidFill>
            <a:prstDash val="solid"/>
          </a:ln>
        </p:spPr>
      </p:sp>
      <p:sp>
        <p:nvSpPr>
          <p:cNvPr id="40" name="Shape 38"/>
          <p:cNvSpPr/>
          <p:nvPr/>
        </p:nvSpPr>
        <p:spPr>
          <a:xfrm>
            <a:off x="2691384" y="1860118"/>
            <a:ext cx="35905" cy="28804"/>
          </a:xfrm>
          <a:prstGeom prst="rect">
            <a:avLst/>
          </a:prstGeom>
          <a:solidFill>
            <a:srgbClr val="4F5D6B"/>
          </a:solidFill>
          <a:ln w="12700">
            <a:solidFill>
              <a:srgbClr val="4F5D6B"/>
            </a:solidFill>
            <a:prstDash val="solid"/>
          </a:ln>
        </p:spPr>
      </p:sp>
      <p:sp>
        <p:nvSpPr>
          <p:cNvPr id="41" name="Shape 39"/>
          <p:cNvSpPr/>
          <p:nvPr/>
        </p:nvSpPr>
        <p:spPr>
          <a:xfrm>
            <a:off x="2749296" y="1703413"/>
            <a:ext cx="35905" cy="342214"/>
          </a:xfrm>
          <a:prstGeom prst="rect">
            <a:avLst/>
          </a:prstGeom>
          <a:solidFill>
            <a:srgbClr val="4F5D6B"/>
          </a:solidFill>
          <a:ln w="12700">
            <a:solidFill>
              <a:srgbClr val="4F5D6B"/>
            </a:solidFill>
            <a:prstDash val="solid"/>
          </a:ln>
        </p:spPr>
      </p:sp>
      <p:sp>
        <p:nvSpPr>
          <p:cNvPr id="42" name="Shape 40"/>
          <p:cNvSpPr/>
          <p:nvPr/>
        </p:nvSpPr>
        <p:spPr>
          <a:xfrm>
            <a:off x="2807208" y="1759306"/>
            <a:ext cx="35905" cy="230429"/>
          </a:xfrm>
          <a:prstGeom prst="rect">
            <a:avLst/>
          </a:prstGeom>
          <a:solidFill>
            <a:srgbClr val="4F5D6B"/>
          </a:solidFill>
          <a:ln w="12700">
            <a:solidFill>
              <a:srgbClr val="4F5D6B"/>
            </a:solidFill>
            <a:prstDash val="solid"/>
          </a:ln>
        </p:spPr>
      </p:sp>
      <p:sp>
        <p:nvSpPr>
          <p:cNvPr id="43" name="Shape 41"/>
          <p:cNvSpPr/>
          <p:nvPr/>
        </p:nvSpPr>
        <p:spPr>
          <a:xfrm>
            <a:off x="2865120" y="1770278"/>
            <a:ext cx="35905" cy="208483"/>
          </a:xfrm>
          <a:prstGeom prst="rect">
            <a:avLst/>
          </a:prstGeom>
          <a:solidFill>
            <a:srgbClr val="4F5D6B"/>
          </a:solidFill>
          <a:ln w="12700">
            <a:solidFill>
              <a:srgbClr val="4F5D6B"/>
            </a:solidFill>
            <a:prstDash val="solid"/>
          </a:ln>
        </p:spPr>
      </p:sp>
      <p:sp>
        <p:nvSpPr>
          <p:cNvPr id="44" name="Shape 42"/>
          <p:cNvSpPr/>
          <p:nvPr/>
        </p:nvSpPr>
        <p:spPr>
          <a:xfrm>
            <a:off x="2923032" y="1850860"/>
            <a:ext cx="35905" cy="47320"/>
          </a:xfrm>
          <a:prstGeom prst="rect">
            <a:avLst/>
          </a:prstGeom>
          <a:solidFill>
            <a:srgbClr val="4F5D6B"/>
          </a:solidFill>
          <a:ln w="12700">
            <a:solidFill>
              <a:srgbClr val="4F5D6B"/>
            </a:solidFill>
            <a:prstDash val="solid"/>
          </a:ln>
        </p:spPr>
      </p:sp>
      <p:sp>
        <p:nvSpPr>
          <p:cNvPr id="45" name="Shape 43"/>
          <p:cNvSpPr/>
          <p:nvPr/>
        </p:nvSpPr>
        <p:spPr>
          <a:xfrm>
            <a:off x="2980944" y="1865376"/>
            <a:ext cx="35905" cy="18288"/>
          </a:xfrm>
          <a:prstGeom prst="rect">
            <a:avLst/>
          </a:prstGeom>
          <a:solidFill>
            <a:srgbClr val="4F5D6B"/>
          </a:solidFill>
          <a:ln w="12700">
            <a:solidFill>
              <a:srgbClr val="4F5D6B"/>
            </a:solidFill>
            <a:prstDash val="solid"/>
          </a:ln>
        </p:spPr>
      </p:sp>
      <p:sp>
        <p:nvSpPr>
          <p:cNvPr id="46" name="Shape 44"/>
          <p:cNvSpPr/>
          <p:nvPr/>
        </p:nvSpPr>
        <p:spPr>
          <a:xfrm>
            <a:off x="3038856" y="1865376"/>
            <a:ext cx="35905" cy="18288"/>
          </a:xfrm>
          <a:prstGeom prst="rect">
            <a:avLst/>
          </a:prstGeom>
          <a:solidFill>
            <a:srgbClr val="4F5D6B"/>
          </a:solidFill>
          <a:ln w="12700">
            <a:solidFill>
              <a:srgbClr val="4F5D6B"/>
            </a:solidFill>
            <a:prstDash val="solid"/>
          </a:ln>
        </p:spPr>
      </p:sp>
      <p:sp>
        <p:nvSpPr>
          <p:cNvPr id="47" name="Shape 45"/>
          <p:cNvSpPr/>
          <p:nvPr/>
        </p:nvSpPr>
        <p:spPr>
          <a:xfrm>
            <a:off x="3096768" y="1863890"/>
            <a:ext cx="35905" cy="21260"/>
          </a:xfrm>
          <a:prstGeom prst="rect">
            <a:avLst/>
          </a:prstGeom>
          <a:solidFill>
            <a:srgbClr val="4F5D6B"/>
          </a:solidFill>
          <a:ln w="12700">
            <a:solidFill>
              <a:srgbClr val="4F5D6B"/>
            </a:solidFill>
            <a:prstDash val="solid"/>
          </a:ln>
        </p:spPr>
      </p:sp>
      <p:sp>
        <p:nvSpPr>
          <p:cNvPr id="48" name="Shape 46"/>
          <p:cNvSpPr/>
          <p:nvPr/>
        </p:nvSpPr>
        <p:spPr>
          <a:xfrm>
            <a:off x="3154680" y="1865262"/>
            <a:ext cx="35905" cy="18517"/>
          </a:xfrm>
          <a:prstGeom prst="rect">
            <a:avLst/>
          </a:prstGeom>
          <a:solidFill>
            <a:srgbClr val="4F5D6B"/>
          </a:solidFill>
          <a:ln w="12700">
            <a:solidFill>
              <a:srgbClr val="4F5D6B"/>
            </a:solidFill>
            <a:prstDash val="solid"/>
          </a:ln>
        </p:spPr>
      </p:sp>
      <p:sp>
        <p:nvSpPr>
          <p:cNvPr id="49" name="Shape 47"/>
          <p:cNvSpPr/>
          <p:nvPr/>
        </p:nvSpPr>
        <p:spPr>
          <a:xfrm>
            <a:off x="3212592" y="1861833"/>
            <a:ext cx="35905" cy="25375"/>
          </a:xfrm>
          <a:prstGeom prst="rect">
            <a:avLst/>
          </a:prstGeom>
          <a:solidFill>
            <a:srgbClr val="4F5D6B"/>
          </a:solidFill>
          <a:ln w="12700">
            <a:solidFill>
              <a:srgbClr val="4F5D6B"/>
            </a:solidFill>
            <a:prstDash val="solid"/>
          </a:ln>
        </p:spPr>
      </p:sp>
      <p:sp>
        <p:nvSpPr>
          <p:cNvPr id="50" name="Shape 48"/>
          <p:cNvSpPr/>
          <p:nvPr/>
        </p:nvSpPr>
        <p:spPr>
          <a:xfrm>
            <a:off x="3270504" y="1854632"/>
            <a:ext cx="35905" cy="39776"/>
          </a:xfrm>
          <a:prstGeom prst="rect">
            <a:avLst/>
          </a:prstGeom>
          <a:solidFill>
            <a:srgbClr val="A4493D"/>
          </a:solidFill>
          <a:ln w="12700">
            <a:solidFill>
              <a:srgbClr val="A4493D"/>
            </a:solidFill>
            <a:prstDash val="solid"/>
          </a:ln>
        </p:spPr>
      </p:sp>
      <p:sp>
        <p:nvSpPr>
          <p:cNvPr id="51" name="Shape 49"/>
          <p:cNvSpPr/>
          <p:nvPr/>
        </p:nvSpPr>
        <p:spPr>
          <a:xfrm>
            <a:off x="3328416" y="1717472"/>
            <a:ext cx="35905" cy="314096"/>
          </a:xfrm>
          <a:prstGeom prst="rect">
            <a:avLst/>
          </a:prstGeom>
          <a:solidFill>
            <a:srgbClr val="A4493D"/>
          </a:solidFill>
          <a:ln w="12700">
            <a:solidFill>
              <a:srgbClr val="A4493D"/>
            </a:solidFill>
            <a:prstDash val="solid"/>
          </a:ln>
        </p:spPr>
      </p:sp>
      <p:sp>
        <p:nvSpPr>
          <p:cNvPr id="52" name="Shape 50"/>
          <p:cNvSpPr/>
          <p:nvPr/>
        </p:nvSpPr>
        <p:spPr>
          <a:xfrm>
            <a:off x="3386328" y="1715757"/>
            <a:ext cx="35905" cy="317525"/>
          </a:xfrm>
          <a:prstGeom prst="rect">
            <a:avLst/>
          </a:prstGeom>
          <a:solidFill>
            <a:srgbClr val="A4493D"/>
          </a:solidFill>
          <a:ln w="12700">
            <a:solidFill>
              <a:srgbClr val="A4493D"/>
            </a:solidFill>
            <a:prstDash val="solid"/>
          </a:ln>
        </p:spPr>
      </p:sp>
      <p:sp>
        <p:nvSpPr>
          <p:cNvPr id="53" name="Shape 51"/>
          <p:cNvSpPr/>
          <p:nvPr/>
        </p:nvSpPr>
        <p:spPr>
          <a:xfrm>
            <a:off x="3444240" y="1763420"/>
            <a:ext cx="35905" cy="222199"/>
          </a:xfrm>
          <a:prstGeom prst="rect">
            <a:avLst/>
          </a:prstGeom>
          <a:solidFill>
            <a:srgbClr val="A4493D"/>
          </a:solidFill>
          <a:ln w="12700">
            <a:solidFill>
              <a:srgbClr val="A4493D"/>
            </a:solidFill>
            <a:prstDash val="solid"/>
          </a:ln>
        </p:spPr>
      </p:sp>
      <p:sp>
        <p:nvSpPr>
          <p:cNvPr id="54" name="Shape 52"/>
          <p:cNvSpPr/>
          <p:nvPr/>
        </p:nvSpPr>
        <p:spPr>
          <a:xfrm>
            <a:off x="3502152" y="1632090"/>
            <a:ext cx="35905" cy="484861"/>
          </a:xfrm>
          <a:prstGeom prst="rect">
            <a:avLst/>
          </a:prstGeom>
          <a:solidFill>
            <a:srgbClr val="A4493D"/>
          </a:solidFill>
          <a:ln w="12700">
            <a:solidFill>
              <a:srgbClr val="A4493D"/>
            </a:solidFill>
            <a:prstDash val="solid"/>
          </a:ln>
        </p:spPr>
      </p:sp>
      <p:sp>
        <p:nvSpPr>
          <p:cNvPr id="55" name="Shape 53"/>
          <p:cNvSpPr/>
          <p:nvPr/>
        </p:nvSpPr>
        <p:spPr>
          <a:xfrm>
            <a:off x="3560064" y="1809712"/>
            <a:ext cx="35905" cy="129616"/>
          </a:xfrm>
          <a:prstGeom prst="rect">
            <a:avLst/>
          </a:prstGeom>
          <a:solidFill>
            <a:srgbClr val="A4493D"/>
          </a:solidFill>
          <a:ln w="12700">
            <a:solidFill>
              <a:srgbClr val="A4493D"/>
            </a:solidFill>
            <a:prstDash val="solid"/>
          </a:ln>
        </p:spPr>
      </p:sp>
      <p:sp>
        <p:nvSpPr>
          <p:cNvPr id="56" name="Shape 54"/>
          <p:cNvSpPr/>
          <p:nvPr/>
        </p:nvSpPr>
        <p:spPr>
          <a:xfrm>
            <a:off x="3617976" y="1739417"/>
            <a:ext cx="35905" cy="270205"/>
          </a:xfrm>
          <a:prstGeom prst="rect">
            <a:avLst/>
          </a:prstGeom>
          <a:solidFill>
            <a:srgbClr val="A4493D"/>
          </a:solidFill>
          <a:ln w="12700">
            <a:solidFill>
              <a:srgbClr val="A4493D"/>
            </a:solidFill>
            <a:prstDash val="solid"/>
          </a:ln>
        </p:spPr>
      </p:sp>
      <p:sp>
        <p:nvSpPr>
          <p:cNvPr id="57" name="Shape 55"/>
          <p:cNvSpPr/>
          <p:nvPr/>
        </p:nvSpPr>
        <p:spPr>
          <a:xfrm>
            <a:off x="3675888" y="1770278"/>
            <a:ext cx="35905" cy="208483"/>
          </a:xfrm>
          <a:prstGeom prst="rect">
            <a:avLst/>
          </a:prstGeom>
          <a:solidFill>
            <a:srgbClr val="A4493D"/>
          </a:solidFill>
          <a:ln w="12700">
            <a:solidFill>
              <a:srgbClr val="A4493D"/>
            </a:solidFill>
            <a:prstDash val="solid"/>
          </a:ln>
        </p:spPr>
      </p:sp>
      <p:sp>
        <p:nvSpPr>
          <p:cNvPr id="58" name="Shape 56"/>
          <p:cNvSpPr/>
          <p:nvPr/>
        </p:nvSpPr>
        <p:spPr>
          <a:xfrm>
            <a:off x="3733800" y="1712671"/>
            <a:ext cx="35905" cy="323698"/>
          </a:xfrm>
          <a:prstGeom prst="rect">
            <a:avLst/>
          </a:prstGeom>
          <a:solidFill>
            <a:srgbClr val="A4493D"/>
          </a:solidFill>
          <a:ln w="12700">
            <a:solidFill>
              <a:srgbClr val="A4493D"/>
            </a:solidFill>
            <a:prstDash val="solid"/>
          </a:ln>
        </p:spPr>
      </p:sp>
      <p:sp>
        <p:nvSpPr>
          <p:cNvPr id="59" name="Shape 57"/>
          <p:cNvSpPr/>
          <p:nvPr/>
        </p:nvSpPr>
        <p:spPr>
          <a:xfrm>
            <a:off x="3791712" y="1745590"/>
            <a:ext cx="35905" cy="257861"/>
          </a:xfrm>
          <a:prstGeom prst="rect">
            <a:avLst/>
          </a:prstGeom>
          <a:solidFill>
            <a:srgbClr val="A4493D"/>
          </a:solidFill>
          <a:ln w="12700">
            <a:solidFill>
              <a:srgbClr val="A4493D"/>
            </a:solidFill>
            <a:prstDash val="solid"/>
          </a:ln>
        </p:spPr>
      </p:sp>
      <p:sp>
        <p:nvSpPr>
          <p:cNvPr id="60" name="Shape 58"/>
          <p:cNvSpPr/>
          <p:nvPr/>
        </p:nvSpPr>
        <p:spPr>
          <a:xfrm>
            <a:off x="3849624" y="1781251"/>
            <a:ext cx="35905" cy="186538"/>
          </a:xfrm>
          <a:prstGeom prst="rect">
            <a:avLst/>
          </a:prstGeom>
          <a:solidFill>
            <a:srgbClr val="A4493D"/>
          </a:solidFill>
          <a:ln w="12700">
            <a:solidFill>
              <a:srgbClr val="A4493D"/>
            </a:solidFill>
            <a:prstDash val="solid"/>
          </a:ln>
        </p:spPr>
      </p:sp>
      <p:sp>
        <p:nvSpPr>
          <p:cNvPr id="61" name="Shape 59"/>
          <p:cNvSpPr/>
          <p:nvPr/>
        </p:nvSpPr>
        <p:spPr>
          <a:xfrm>
            <a:off x="3907536" y="1756905"/>
            <a:ext cx="35905" cy="235229"/>
          </a:xfrm>
          <a:prstGeom prst="rect">
            <a:avLst/>
          </a:prstGeom>
          <a:solidFill>
            <a:srgbClr val="A4493D"/>
          </a:solidFill>
          <a:ln w="12700">
            <a:solidFill>
              <a:srgbClr val="A4493D"/>
            </a:solidFill>
            <a:prstDash val="solid"/>
          </a:ln>
        </p:spPr>
      </p:sp>
      <p:sp>
        <p:nvSpPr>
          <p:cNvPr id="62" name="Shape 60"/>
          <p:cNvSpPr/>
          <p:nvPr/>
        </p:nvSpPr>
        <p:spPr>
          <a:xfrm>
            <a:off x="3965448" y="1705813"/>
            <a:ext cx="35905" cy="337414"/>
          </a:xfrm>
          <a:prstGeom prst="rect">
            <a:avLst/>
          </a:prstGeom>
          <a:solidFill>
            <a:srgbClr val="A4493D"/>
          </a:solidFill>
          <a:ln w="12700">
            <a:solidFill>
              <a:srgbClr val="A4493D"/>
            </a:solidFill>
            <a:prstDash val="solid"/>
          </a:ln>
        </p:spPr>
      </p:sp>
      <p:sp>
        <p:nvSpPr>
          <p:cNvPr id="63" name="Shape 61"/>
          <p:cNvSpPr/>
          <p:nvPr/>
        </p:nvSpPr>
        <p:spPr>
          <a:xfrm>
            <a:off x="4023360" y="1692097"/>
            <a:ext cx="35905" cy="364846"/>
          </a:xfrm>
          <a:prstGeom prst="rect">
            <a:avLst/>
          </a:prstGeom>
          <a:solidFill>
            <a:srgbClr val="A4493D"/>
          </a:solidFill>
          <a:ln w="12700">
            <a:solidFill>
              <a:srgbClr val="A4493D"/>
            </a:solidFill>
            <a:prstDash val="solid"/>
          </a:ln>
        </p:spPr>
      </p:sp>
      <p:sp>
        <p:nvSpPr>
          <p:cNvPr id="64" name="Shape 62"/>
          <p:cNvSpPr/>
          <p:nvPr/>
        </p:nvSpPr>
        <p:spPr>
          <a:xfrm>
            <a:off x="4081272" y="1707185"/>
            <a:ext cx="35905" cy="334670"/>
          </a:xfrm>
          <a:prstGeom prst="rect">
            <a:avLst/>
          </a:prstGeom>
          <a:solidFill>
            <a:srgbClr val="A4493D"/>
          </a:solidFill>
          <a:ln w="12700">
            <a:solidFill>
              <a:srgbClr val="A4493D"/>
            </a:solidFill>
            <a:prstDash val="solid"/>
          </a:ln>
        </p:spPr>
      </p:sp>
      <p:sp>
        <p:nvSpPr>
          <p:cNvPr id="65" name="Shape 63"/>
          <p:cNvSpPr/>
          <p:nvPr/>
        </p:nvSpPr>
        <p:spPr>
          <a:xfrm>
            <a:off x="4139184" y="1716443"/>
            <a:ext cx="35905" cy="316154"/>
          </a:xfrm>
          <a:prstGeom prst="rect">
            <a:avLst/>
          </a:prstGeom>
          <a:solidFill>
            <a:srgbClr val="A4493D"/>
          </a:solidFill>
          <a:ln w="12700">
            <a:solidFill>
              <a:srgbClr val="A4493D"/>
            </a:solidFill>
            <a:prstDash val="solid"/>
          </a:ln>
        </p:spPr>
      </p:sp>
      <p:sp>
        <p:nvSpPr>
          <p:cNvPr id="66" name="Shape 64"/>
          <p:cNvSpPr/>
          <p:nvPr/>
        </p:nvSpPr>
        <p:spPr>
          <a:xfrm>
            <a:off x="4197096" y="1684896"/>
            <a:ext cx="35905" cy="379247"/>
          </a:xfrm>
          <a:prstGeom prst="rect">
            <a:avLst/>
          </a:prstGeom>
          <a:solidFill>
            <a:srgbClr val="A4493D"/>
          </a:solidFill>
          <a:ln w="12700">
            <a:solidFill>
              <a:srgbClr val="A4493D"/>
            </a:solidFill>
            <a:prstDash val="solid"/>
          </a:ln>
        </p:spPr>
      </p:sp>
      <p:sp>
        <p:nvSpPr>
          <p:cNvPr id="67" name="Shape 65"/>
          <p:cNvSpPr/>
          <p:nvPr/>
        </p:nvSpPr>
        <p:spPr>
          <a:xfrm>
            <a:off x="4255008" y="1691411"/>
            <a:ext cx="35905" cy="366217"/>
          </a:xfrm>
          <a:prstGeom prst="rect">
            <a:avLst/>
          </a:prstGeom>
          <a:solidFill>
            <a:srgbClr val="A4493D"/>
          </a:solidFill>
          <a:ln w="12700">
            <a:solidFill>
              <a:srgbClr val="A4493D"/>
            </a:solidFill>
            <a:prstDash val="solid"/>
          </a:ln>
        </p:spPr>
      </p:sp>
      <p:sp>
        <p:nvSpPr>
          <p:cNvPr id="68" name="Shape 66"/>
          <p:cNvSpPr/>
          <p:nvPr/>
        </p:nvSpPr>
        <p:spPr>
          <a:xfrm>
            <a:off x="4312920" y="1531620"/>
            <a:ext cx="35905" cy="685800"/>
          </a:xfrm>
          <a:prstGeom prst="rect">
            <a:avLst/>
          </a:prstGeom>
          <a:solidFill>
            <a:srgbClr val="A4493D"/>
          </a:solidFill>
          <a:ln w="12700">
            <a:solidFill>
              <a:srgbClr val="A4493D"/>
            </a:solidFill>
            <a:prstDash val="solid"/>
          </a:ln>
        </p:spPr>
      </p:sp>
      <p:sp>
        <p:nvSpPr>
          <p:cNvPr id="69" name="Shape 67"/>
          <p:cNvSpPr/>
          <p:nvPr/>
        </p:nvSpPr>
        <p:spPr>
          <a:xfrm>
            <a:off x="4370832" y="1845031"/>
            <a:ext cx="35905" cy="58979"/>
          </a:xfrm>
          <a:prstGeom prst="rect">
            <a:avLst/>
          </a:prstGeom>
          <a:solidFill>
            <a:srgbClr val="A4493D"/>
          </a:solidFill>
          <a:ln w="12700">
            <a:solidFill>
              <a:srgbClr val="A4493D"/>
            </a:solidFill>
            <a:prstDash val="solid"/>
          </a:ln>
        </p:spPr>
      </p:sp>
      <p:sp>
        <p:nvSpPr>
          <p:cNvPr id="70" name="Shape 68"/>
          <p:cNvSpPr/>
          <p:nvPr/>
        </p:nvSpPr>
        <p:spPr>
          <a:xfrm>
            <a:off x="4428744" y="1746275"/>
            <a:ext cx="35905" cy="256489"/>
          </a:xfrm>
          <a:prstGeom prst="rect">
            <a:avLst/>
          </a:prstGeom>
          <a:solidFill>
            <a:srgbClr val="A4493D"/>
          </a:solidFill>
          <a:ln w="12700">
            <a:solidFill>
              <a:srgbClr val="A4493D"/>
            </a:solidFill>
            <a:prstDash val="solid"/>
          </a:ln>
        </p:spPr>
      </p:sp>
      <p:sp>
        <p:nvSpPr>
          <p:cNvPr id="71" name="Shape 69"/>
          <p:cNvSpPr/>
          <p:nvPr/>
        </p:nvSpPr>
        <p:spPr>
          <a:xfrm>
            <a:off x="4486656" y="1863547"/>
            <a:ext cx="35905" cy="21946"/>
          </a:xfrm>
          <a:prstGeom prst="rect">
            <a:avLst/>
          </a:prstGeom>
          <a:solidFill>
            <a:srgbClr val="A4493D"/>
          </a:solidFill>
          <a:ln w="12700">
            <a:solidFill>
              <a:srgbClr val="A4493D"/>
            </a:solidFill>
            <a:prstDash val="solid"/>
          </a:ln>
        </p:spPr>
      </p:sp>
      <p:sp>
        <p:nvSpPr>
          <p:cNvPr id="72" name="Shape 70"/>
          <p:cNvSpPr/>
          <p:nvPr/>
        </p:nvSpPr>
        <p:spPr>
          <a:xfrm>
            <a:off x="4544568" y="1735988"/>
            <a:ext cx="35905" cy="277063"/>
          </a:xfrm>
          <a:prstGeom prst="rect">
            <a:avLst/>
          </a:prstGeom>
          <a:solidFill>
            <a:srgbClr val="A4493D"/>
          </a:solidFill>
          <a:ln w="12700">
            <a:solidFill>
              <a:srgbClr val="A4493D"/>
            </a:solidFill>
            <a:prstDash val="solid"/>
          </a:ln>
        </p:spPr>
      </p:sp>
      <p:sp>
        <p:nvSpPr>
          <p:cNvPr id="73" name="Shape 71"/>
          <p:cNvSpPr/>
          <p:nvPr/>
        </p:nvSpPr>
        <p:spPr>
          <a:xfrm>
            <a:off x="4602480" y="1753133"/>
            <a:ext cx="35905" cy="242773"/>
          </a:xfrm>
          <a:prstGeom prst="rect">
            <a:avLst/>
          </a:prstGeom>
          <a:solidFill>
            <a:srgbClr val="A4493D"/>
          </a:solidFill>
          <a:ln w="12700">
            <a:solidFill>
              <a:srgbClr val="A4493D"/>
            </a:solidFill>
            <a:prstDash val="solid"/>
          </a:ln>
        </p:spPr>
      </p:sp>
      <p:sp>
        <p:nvSpPr>
          <p:cNvPr id="74" name="Shape 72"/>
          <p:cNvSpPr/>
          <p:nvPr/>
        </p:nvSpPr>
        <p:spPr>
          <a:xfrm>
            <a:off x="4660392" y="1772679"/>
            <a:ext cx="35905" cy="203683"/>
          </a:xfrm>
          <a:prstGeom prst="rect">
            <a:avLst/>
          </a:prstGeom>
          <a:solidFill>
            <a:srgbClr val="A4493D"/>
          </a:solidFill>
          <a:ln w="12700">
            <a:solidFill>
              <a:srgbClr val="A4493D"/>
            </a:solidFill>
            <a:prstDash val="solid"/>
          </a:ln>
        </p:spPr>
      </p:sp>
      <p:sp>
        <p:nvSpPr>
          <p:cNvPr id="75" name="Shape 73"/>
          <p:cNvSpPr/>
          <p:nvPr/>
        </p:nvSpPr>
        <p:spPr>
          <a:xfrm>
            <a:off x="4718304" y="1840230"/>
            <a:ext cx="35905" cy="68580"/>
          </a:xfrm>
          <a:prstGeom prst="rect">
            <a:avLst/>
          </a:prstGeom>
          <a:solidFill>
            <a:srgbClr val="A4493D"/>
          </a:solidFill>
          <a:ln w="12700">
            <a:solidFill>
              <a:srgbClr val="A4493D"/>
            </a:solidFill>
            <a:prstDash val="solid"/>
          </a:ln>
        </p:spPr>
      </p:sp>
      <p:sp>
        <p:nvSpPr>
          <p:cNvPr id="76" name="Shape 74"/>
          <p:cNvSpPr/>
          <p:nvPr/>
        </p:nvSpPr>
        <p:spPr>
          <a:xfrm>
            <a:off x="4776216" y="1865376"/>
            <a:ext cx="35905" cy="18288"/>
          </a:xfrm>
          <a:prstGeom prst="rect">
            <a:avLst/>
          </a:prstGeom>
          <a:solidFill>
            <a:srgbClr val="4F5D6B"/>
          </a:solidFill>
          <a:ln w="12700">
            <a:solidFill>
              <a:srgbClr val="4F5D6B"/>
            </a:solidFill>
            <a:prstDash val="solid"/>
          </a:ln>
        </p:spPr>
      </p:sp>
      <p:sp>
        <p:nvSpPr>
          <p:cNvPr id="77" name="Shape 75"/>
          <p:cNvSpPr/>
          <p:nvPr/>
        </p:nvSpPr>
        <p:spPr>
          <a:xfrm>
            <a:off x="4834128" y="1865376"/>
            <a:ext cx="35905" cy="18288"/>
          </a:xfrm>
          <a:prstGeom prst="rect">
            <a:avLst/>
          </a:prstGeom>
          <a:solidFill>
            <a:srgbClr val="4F5D6B"/>
          </a:solidFill>
          <a:ln w="12700">
            <a:solidFill>
              <a:srgbClr val="4F5D6B"/>
            </a:solidFill>
            <a:prstDash val="solid"/>
          </a:ln>
        </p:spPr>
      </p:sp>
      <p:sp>
        <p:nvSpPr>
          <p:cNvPr id="78" name="Shape 76"/>
          <p:cNvSpPr/>
          <p:nvPr/>
        </p:nvSpPr>
        <p:spPr>
          <a:xfrm>
            <a:off x="4892040" y="1865376"/>
            <a:ext cx="35905" cy="18288"/>
          </a:xfrm>
          <a:prstGeom prst="rect">
            <a:avLst/>
          </a:prstGeom>
          <a:solidFill>
            <a:srgbClr val="4F5D6B"/>
          </a:solidFill>
          <a:ln w="12700">
            <a:solidFill>
              <a:srgbClr val="4F5D6B"/>
            </a:solidFill>
            <a:prstDash val="solid"/>
          </a:ln>
        </p:spPr>
      </p:sp>
      <p:sp>
        <p:nvSpPr>
          <p:cNvPr id="79" name="Shape 77"/>
          <p:cNvSpPr/>
          <p:nvPr/>
        </p:nvSpPr>
        <p:spPr>
          <a:xfrm>
            <a:off x="4949952" y="1865376"/>
            <a:ext cx="35905" cy="18288"/>
          </a:xfrm>
          <a:prstGeom prst="rect">
            <a:avLst/>
          </a:prstGeom>
          <a:solidFill>
            <a:srgbClr val="4F5D6B"/>
          </a:solidFill>
          <a:ln w="12700">
            <a:solidFill>
              <a:srgbClr val="4F5D6B"/>
            </a:solidFill>
            <a:prstDash val="solid"/>
          </a:ln>
        </p:spPr>
      </p:sp>
      <p:sp>
        <p:nvSpPr>
          <p:cNvPr id="80" name="Shape 78"/>
          <p:cNvSpPr/>
          <p:nvPr/>
        </p:nvSpPr>
        <p:spPr>
          <a:xfrm>
            <a:off x="5007864" y="1865376"/>
            <a:ext cx="35905" cy="18288"/>
          </a:xfrm>
          <a:prstGeom prst="rect">
            <a:avLst/>
          </a:prstGeom>
          <a:solidFill>
            <a:srgbClr val="4F5D6B"/>
          </a:solidFill>
          <a:ln w="12700">
            <a:solidFill>
              <a:srgbClr val="4F5D6B"/>
            </a:solidFill>
            <a:prstDash val="solid"/>
          </a:ln>
        </p:spPr>
      </p:sp>
      <p:sp>
        <p:nvSpPr>
          <p:cNvPr id="81" name="Shape 79"/>
          <p:cNvSpPr/>
          <p:nvPr/>
        </p:nvSpPr>
        <p:spPr>
          <a:xfrm>
            <a:off x="5065776" y="1865376"/>
            <a:ext cx="35905" cy="18288"/>
          </a:xfrm>
          <a:prstGeom prst="rect">
            <a:avLst/>
          </a:prstGeom>
          <a:solidFill>
            <a:srgbClr val="4F5D6B"/>
          </a:solidFill>
          <a:ln w="12700">
            <a:solidFill>
              <a:srgbClr val="4F5D6B"/>
            </a:solidFill>
            <a:prstDash val="solid"/>
          </a:ln>
        </p:spPr>
      </p:sp>
      <p:sp>
        <p:nvSpPr>
          <p:cNvPr id="82" name="Shape 80"/>
          <p:cNvSpPr/>
          <p:nvPr/>
        </p:nvSpPr>
        <p:spPr>
          <a:xfrm>
            <a:off x="5123688" y="1865376"/>
            <a:ext cx="35905" cy="18288"/>
          </a:xfrm>
          <a:prstGeom prst="rect">
            <a:avLst/>
          </a:prstGeom>
          <a:solidFill>
            <a:srgbClr val="4F5D6B"/>
          </a:solidFill>
          <a:ln w="12700">
            <a:solidFill>
              <a:srgbClr val="4F5D6B"/>
            </a:solidFill>
            <a:prstDash val="solid"/>
          </a:ln>
        </p:spPr>
      </p:sp>
      <p:sp>
        <p:nvSpPr>
          <p:cNvPr id="83" name="Shape 81"/>
          <p:cNvSpPr/>
          <p:nvPr/>
        </p:nvSpPr>
        <p:spPr>
          <a:xfrm>
            <a:off x="5181600" y="1865376"/>
            <a:ext cx="35905" cy="18288"/>
          </a:xfrm>
          <a:prstGeom prst="rect">
            <a:avLst/>
          </a:prstGeom>
          <a:solidFill>
            <a:srgbClr val="4F5D6B"/>
          </a:solidFill>
          <a:ln w="12700">
            <a:solidFill>
              <a:srgbClr val="4F5D6B"/>
            </a:solidFill>
            <a:prstDash val="solid"/>
          </a:ln>
        </p:spPr>
      </p:sp>
      <p:sp>
        <p:nvSpPr>
          <p:cNvPr id="84" name="Shape 82"/>
          <p:cNvSpPr/>
          <p:nvPr/>
        </p:nvSpPr>
        <p:spPr>
          <a:xfrm>
            <a:off x="5239512" y="1865262"/>
            <a:ext cx="35905" cy="18517"/>
          </a:xfrm>
          <a:prstGeom prst="rect">
            <a:avLst/>
          </a:prstGeom>
          <a:solidFill>
            <a:srgbClr val="4F5D6B"/>
          </a:solidFill>
          <a:ln w="12700">
            <a:solidFill>
              <a:srgbClr val="4F5D6B"/>
            </a:solidFill>
            <a:prstDash val="solid"/>
          </a:ln>
        </p:spPr>
      </p:sp>
      <p:sp>
        <p:nvSpPr>
          <p:cNvPr id="85" name="Shape 83"/>
          <p:cNvSpPr/>
          <p:nvPr/>
        </p:nvSpPr>
        <p:spPr>
          <a:xfrm>
            <a:off x="5297424" y="1864576"/>
            <a:ext cx="35905" cy="19888"/>
          </a:xfrm>
          <a:prstGeom prst="rect">
            <a:avLst/>
          </a:prstGeom>
          <a:solidFill>
            <a:srgbClr val="4F5D6B"/>
          </a:solidFill>
          <a:ln w="12700">
            <a:solidFill>
              <a:srgbClr val="4F5D6B"/>
            </a:solidFill>
            <a:prstDash val="solid"/>
          </a:ln>
        </p:spPr>
      </p:sp>
      <p:sp>
        <p:nvSpPr>
          <p:cNvPr id="86" name="Shape 84"/>
          <p:cNvSpPr/>
          <p:nvPr/>
        </p:nvSpPr>
        <p:spPr>
          <a:xfrm>
            <a:off x="5355336" y="1863204"/>
            <a:ext cx="35905" cy="22631"/>
          </a:xfrm>
          <a:prstGeom prst="rect">
            <a:avLst/>
          </a:prstGeom>
          <a:solidFill>
            <a:srgbClr val="4F5D6B"/>
          </a:solidFill>
          <a:ln w="12700">
            <a:solidFill>
              <a:srgbClr val="4F5D6B"/>
            </a:solidFill>
            <a:prstDash val="solid"/>
          </a:ln>
        </p:spPr>
      </p:sp>
      <p:sp>
        <p:nvSpPr>
          <p:cNvPr id="87" name="Shape 85"/>
          <p:cNvSpPr/>
          <p:nvPr/>
        </p:nvSpPr>
        <p:spPr>
          <a:xfrm>
            <a:off x="5413248" y="1865376"/>
            <a:ext cx="35905" cy="18288"/>
          </a:xfrm>
          <a:prstGeom prst="rect">
            <a:avLst/>
          </a:prstGeom>
          <a:solidFill>
            <a:srgbClr val="4F5D6B"/>
          </a:solidFill>
          <a:ln w="12700">
            <a:solidFill>
              <a:srgbClr val="4F5D6B"/>
            </a:solidFill>
            <a:prstDash val="solid"/>
          </a:ln>
        </p:spPr>
      </p:sp>
      <p:sp>
        <p:nvSpPr>
          <p:cNvPr id="88" name="Shape 86"/>
          <p:cNvSpPr/>
          <p:nvPr/>
        </p:nvSpPr>
        <p:spPr>
          <a:xfrm>
            <a:off x="5471160" y="1865376"/>
            <a:ext cx="35905" cy="18288"/>
          </a:xfrm>
          <a:prstGeom prst="rect">
            <a:avLst/>
          </a:prstGeom>
          <a:solidFill>
            <a:srgbClr val="4F5D6B"/>
          </a:solidFill>
          <a:ln w="12700">
            <a:solidFill>
              <a:srgbClr val="4F5D6B"/>
            </a:solidFill>
            <a:prstDash val="solid"/>
          </a:ln>
        </p:spPr>
      </p:sp>
      <p:sp>
        <p:nvSpPr>
          <p:cNvPr id="89" name="Shape 87"/>
          <p:cNvSpPr/>
          <p:nvPr/>
        </p:nvSpPr>
        <p:spPr>
          <a:xfrm>
            <a:off x="5529072" y="1865262"/>
            <a:ext cx="35905" cy="18517"/>
          </a:xfrm>
          <a:prstGeom prst="rect">
            <a:avLst/>
          </a:prstGeom>
          <a:solidFill>
            <a:srgbClr val="4F5D6B"/>
          </a:solidFill>
          <a:ln w="12700">
            <a:solidFill>
              <a:srgbClr val="4F5D6B"/>
            </a:solidFill>
            <a:prstDash val="solid"/>
          </a:ln>
        </p:spPr>
      </p:sp>
      <p:sp>
        <p:nvSpPr>
          <p:cNvPr id="90" name="Shape 88"/>
          <p:cNvSpPr/>
          <p:nvPr/>
        </p:nvSpPr>
        <p:spPr>
          <a:xfrm>
            <a:off x="5586984" y="1865376"/>
            <a:ext cx="35905" cy="18288"/>
          </a:xfrm>
          <a:prstGeom prst="rect">
            <a:avLst/>
          </a:prstGeom>
          <a:solidFill>
            <a:srgbClr val="4F5D6B"/>
          </a:solidFill>
          <a:ln w="12700">
            <a:solidFill>
              <a:srgbClr val="4F5D6B"/>
            </a:solidFill>
            <a:prstDash val="solid"/>
          </a:ln>
        </p:spPr>
      </p:sp>
      <p:sp>
        <p:nvSpPr>
          <p:cNvPr id="91" name="Shape 89"/>
          <p:cNvSpPr/>
          <p:nvPr/>
        </p:nvSpPr>
        <p:spPr>
          <a:xfrm>
            <a:off x="5644896" y="1865376"/>
            <a:ext cx="35905" cy="18288"/>
          </a:xfrm>
          <a:prstGeom prst="rect">
            <a:avLst/>
          </a:prstGeom>
          <a:solidFill>
            <a:srgbClr val="4F5D6B"/>
          </a:solidFill>
          <a:ln w="12700">
            <a:solidFill>
              <a:srgbClr val="4F5D6B"/>
            </a:solidFill>
            <a:prstDash val="solid"/>
          </a:ln>
        </p:spPr>
      </p:sp>
      <p:sp>
        <p:nvSpPr>
          <p:cNvPr id="92" name="Shape 90"/>
          <p:cNvSpPr/>
          <p:nvPr/>
        </p:nvSpPr>
        <p:spPr>
          <a:xfrm>
            <a:off x="5702808" y="1865376"/>
            <a:ext cx="35905" cy="18288"/>
          </a:xfrm>
          <a:prstGeom prst="rect">
            <a:avLst/>
          </a:prstGeom>
          <a:solidFill>
            <a:srgbClr val="4F5D6B"/>
          </a:solidFill>
          <a:ln w="12700">
            <a:solidFill>
              <a:srgbClr val="4F5D6B"/>
            </a:solidFill>
            <a:prstDash val="solid"/>
          </a:ln>
        </p:spPr>
      </p:sp>
      <p:sp>
        <p:nvSpPr>
          <p:cNvPr id="93" name="Shape 91"/>
          <p:cNvSpPr/>
          <p:nvPr/>
        </p:nvSpPr>
        <p:spPr>
          <a:xfrm>
            <a:off x="5760720" y="1826857"/>
            <a:ext cx="35905" cy="95326"/>
          </a:xfrm>
          <a:prstGeom prst="rect">
            <a:avLst/>
          </a:prstGeom>
          <a:solidFill>
            <a:srgbClr val="4F5D6B"/>
          </a:solidFill>
          <a:ln w="12700">
            <a:solidFill>
              <a:srgbClr val="4F5D6B"/>
            </a:solidFill>
            <a:prstDash val="solid"/>
          </a:ln>
        </p:spPr>
      </p:sp>
      <p:sp>
        <p:nvSpPr>
          <p:cNvPr id="94" name="Shape 92"/>
          <p:cNvSpPr/>
          <p:nvPr/>
        </p:nvSpPr>
        <p:spPr>
          <a:xfrm>
            <a:off x="5818632" y="1684896"/>
            <a:ext cx="35905" cy="379247"/>
          </a:xfrm>
          <a:prstGeom prst="rect">
            <a:avLst/>
          </a:prstGeom>
          <a:solidFill>
            <a:srgbClr val="4F5D6B"/>
          </a:solidFill>
          <a:ln w="12700">
            <a:solidFill>
              <a:srgbClr val="4F5D6B"/>
            </a:solidFill>
            <a:prstDash val="solid"/>
          </a:ln>
        </p:spPr>
      </p:sp>
      <p:sp>
        <p:nvSpPr>
          <p:cNvPr id="95" name="Shape 93"/>
          <p:cNvSpPr/>
          <p:nvPr/>
        </p:nvSpPr>
        <p:spPr>
          <a:xfrm>
            <a:off x="5876544" y="1703413"/>
            <a:ext cx="35905" cy="342214"/>
          </a:xfrm>
          <a:prstGeom prst="rect">
            <a:avLst/>
          </a:prstGeom>
          <a:solidFill>
            <a:srgbClr val="4F5D6B"/>
          </a:solidFill>
          <a:ln w="12700">
            <a:solidFill>
              <a:srgbClr val="4F5D6B"/>
            </a:solidFill>
            <a:prstDash val="solid"/>
          </a:ln>
        </p:spPr>
      </p:sp>
      <p:sp>
        <p:nvSpPr>
          <p:cNvPr id="96" name="Shape 94"/>
          <p:cNvSpPr/>
          <p:nvPr/>
        </p:nvSpPr>
        <p:spPr>
          <a:xfrm>
            <a:off x="5934456" y="1730502"/>
            <a:ext cx="35905" cy="288036"/>
          </a:xfrm>
          <a:prstGeom prst="rect">
            <a:avLst/>
          </a:prstGeom>
          <a:solidFill>
            <a:srgbClr val="4F5D6B"/>
          </a:solidFill>
          <a:ln w="12700">
            <a:solidFill>
              <a:srgbClr val="4F5D6B"/>
            </a:solidFill>
            <a:prstDash val="solid"/>
          </a:ln>
        </p:spPr>
      </p:sp>
      <p:sp>
        <p:nvSpPr>
          <p:cNvPr id="97" name="Shape 95"/>
          <p:cNvSpPr/>
          <p:nvPr/>
        </p:nvSpPr>
        <p:spPr>
          <a:xfrm>
            <a:off x="5992368" y="1577569"/>
            <a:ext cx="35905" cy="593903"/>
          </a:xfrm>
          <a:prstGeom prst="rect">
            <a:avLst/>
          </a:prstGeom>
          <a:solidFill>
            <a:srgbClr val="4F5D6B"/>
          </a:solidFill>
          <a:ln w="12700">
            <a:solidFill>
              <a:srgbClr val="4F5D6B"/>
            </a:solidFill>
            <a:prstDash val="solid"/>
          </a:ln>
        </p:spPr>
      </p:sp>
      <p:sp>
        <p:nvSpPr>
          <p:cNvPr id="98" name="Shape 96"/>
          <p:cNvSpPr/>
          <p:nvPr/>
        </p:nvSpPr>
        <p:spPr>
          <a:xfrm>
            <a:off x="6050280" y="1843659"/>
            <a:ext cx="35905" cy="61722"/>
          </a:xfrm>
          <a:prstGeom prst="rect">
            <a:avLst/>
          </a:prstGeom>
          <a:solidFill>
            <a:srgbClr val="4F5D6B"/>
          </a:solidFill>
          <a:ln w="12700">
            <a:solidFill>
              <a:srgbClr val="4F5D6B"/>
            </a:solidFill>
            <a:prstDash val="solid"/>
          </a:ln>
        </p:spPr>
      </p:sp>
      <p:sp>
        <p:nvSpPr>
          <p:cNvPr id="99" name="Shape 97"/>
          <p:cNvSpPr/>
          <p:nvPr/>
        </p:nvSpPr>
        <p:spPr>
          <a:xfrm>
            <a:off x="6108192" y="1747647"/>
            <a:ext cx="35905" cy="253746"/>
          </a:xfrm>
          <a:prstGeom prst="rect">
            <a:avLst/>
          </a:prstGeom>
          <a:solidFill>
            <a:srgbClr val="4F5D6B"/>
          </a:solidFill>
          <a:ln w="12700">
            <a:solidFill>
              <a:srgbClr val="4F5D6B"/>
            </a:solidFill>
            <a:prstDash val="solid"/>
          </a:ln>
        </p:spPr>
      </p:sp>
      <p:sp>
        <p:nvSpPr>
          <p:cNvPr id="100" name="Shape 98"/>
          <p:cNvSpPr/>
          <p:nvPr/>
        </p:nvSpPr>
        <p:spPr>
          <a:xfrm>
            <a:off x="6166104" y="1722958"/>
            <a:ext cx="35905" cy="303124"/>
          </a:xfrm>
          <a:prstGeom prst="rect">
            <a:avLst/>
          </a:prstGeom>
          <a:solidFill>
            <a:srgbClr val="4F5D6B"/>
          </a:solidFill>
          <a:ln w="12700">
            <a:solidFill>
              <a:srgbClr val="4F5D6B"/>
            </a:solidFill>
            <a:prstDash val="solid"/>
          </a:ln>
        </p:spPr>
      </p:sp>
      <p:sp>
        <p:nvSpPr>
          <p:cNvPr id="101" name="Shape 99"/>
          <p:cNvSpPr/>
          <p:nvPr/>
        </p:nvSpPr>
        <p:spPr>
          <a:xfrm>
            <a:off x="6224016" y="1638605"/>
            <a:ext cx="35905" cy="471830"/>
          </a:xfrm>
          <a:prstGeom prst="rect">
            <a:avLst/>
          </a:prstGeom>
          <a:solidFill>
            <a:srgbClr val="4F5D6B"/>
          </a:solidFill>
          <a:ln w="12700">
            <a:solidFill>
              <a:srgbClr val="4F5D6B"/>
            </a:solidFill>
            <a:prstDash val="solid"/>
          </a:ln>
        </p:spPr>
      </p:sp>
      <p:sp>
        <p:nvSpPr>
          <p:cNvPr id="102" name="Shape 100"/>
          <p:cNvSpPr/>
          <p:nvPr/>
        </p:nvSpPr>
        <p:spPr>
          <a:xfrm>
            <a:off x="6281928" y="1749361"/>
            <a:ext cx="35905" cy="250317"/>
          </a:xfrm>
          <a:prstGeom prst="rect">
            <a:avLst/>
          </a:prstGeom>
          <a:solidFill>
            <a:srgbClr val="4F5D6B"/>
          </a:solidFill>
          <a:ln w="12700">
            <a:solidFill>
              <a:srgbClr val="4F5D6B"/>
            </a:solidFill>
            <a:prstDash val="solid"/>
          </a:ln>
        </p:spPr>
      </p:sp>
      <p:sp>
        <p:nvSpPr>
          <p:cNvPr id="103" name="Shape 101"/>
          <p:cNvSpPr/>
          <p:nvPr/>
        </p:nvSpPr>
        <p:spPr>
          <a:xfrm>
            <a:off x="6339840" y="1776108"/>
            <a:ext cx="35905" cy="196825"/>
          </a:xfrm>
          <a:prstGeom prst="rect">
            <a:avLst/>
          </a:prstGeom>
          <a:solidFill>
            <a:srgbClr val="4F5D6B"/>
          </a:solidFill>
          <a:ln w="12700">
            <a:solidFill>
              <a:srgbClr val="4F5D6B"/>
            </a:solidFill>
            <a:prstDash val="solid"/>
          </a:ln>
        </p:spPr>
      </p:sp>
      <p:sp>
        <p:nvSpPr>
          <p:cNvPr id="104" name="Shape 102"/>
          <p:cNvSpPr/>
          <p:nvPr/>
        </p:nvSpPr>
        <p:spPr>
          <a:xfrm>
            <a:off x="6397752" y="1703756"/>
            <a:ext cx="35905" cy="341528"/>
          </a:xfrm>
          <a:prstGeom prst="rect">
            <a:avLst/>
          </a:prstGeom>
          <a:solidFill>
            <a:srgbClr val="4F5D6B"/>
          </a:solidFill>
          <a:ln w="12700">
            <a:solidFill>
              <a:srgbClr val="4F5D6B"/>
            </a:solidFill>
            <a:prstDash val="solid"/>
          </a:ln>
        </p:spPr>
      </p:sp>
      <p:sp>
        <p:nvSpPr>
          <p:cNvPr id="105" name="Shape 103"/>
          <p:cNvSpPr/>
          <p:nvPr/>
        </p:nvSpPr>
        <p:spPr>
          <a:xfrm>
            <a:off x="6455664" y="1654378"/>
            <a:ext cx="35905" cy="440284"/>
          </a:xfrm>
          <a:prstGeom prst="rect">
            <a:avLst/>
          </a:prstGeom>
          <a:solidFill>
            <a:srgbClr val="4F5D6B"/>
          </a:solidFill>
          <a:ln w="12700">
            <a:solidFill>
              <a:srgbClr val="4F5D6B"/>
            </a:solidFill>
            <a:prstDash val="solid"/>
          </a:ln>
        </p:spPr>
      </p:sp>
      <p:sp>
        <p:nvSpPr>
          <p:cNvPr id="106" name="Shape 104"/>
          <p:cNvSpPr/>
          <p:nvPr/>
        </p:nvSpPr>
        <p:spPr>
          <a:xfrm>
            <a:off x="6513576" y="1649578"/>
            <a:ext cx="35905" cy="449885"/>
          </a:xfrm>
          <a:prstGeom prst="rect">
            <a:avLst/>
          </a:prstGeom>
          <a:solidFill>
            <a:srgbClr val="4F5D6B"/>
          </a:solidFill>
          <a:ln w="12700">
            <a:solidFill>
              <a:srgbClr val="4F5D6B"/>
            </a:solidFill>
            <a:prstDash val="solid"/>
          </a:ln>
        </p:spPr>
      </p:sp>
      <p:sp>
        <p:nvSpPr>
          <p:cNvPr id="107" name="Shape 105"/>
          <p:cNvSpPr/>
          <p:nvPr/>
        </p:nvSpPr>
        <p:spPr>
          <a:xfrm>
            <a:off x="6571488" y="1683182"/>
            <a:ext cx="35905" cy="382676"/>
          </a:xfrm>
          <a:prstGeom prst="rect">
            <a:avLst/>
          </a:prstGeom>
          <a:solidFill>
            <a:srgbClr val="4F5D6B"/>
          </a:solidFill>
          <a:ln w="12700">
            <a:solidFill>
              <a:srgbClr val="4F5D6B"/>
            </a:solidFill>
            <a:prstDash val="solid"/>
          </a:ln>
        </p:spPr>
      </p:sp>
      <p:sp>
        <p:nvSpPr>
          <p:cNvPr id="108" name="Shape 106"/>
          <p:cNvSpPr/>
          <p:nvPr/>
        </p:nvSpPr>
        <p:spPr>
          <a:xfrm>
            <a:off x="6629400" y="1715072"/>
            <a:ext cx="35905" cy="318897"/>
          </a:xfrm>
          <a:prstGeom prst="rect">
            <a:avLst/>
          </a:prstGeom>
          <a:solidFill>
            <a:srgbClr val="4F5D6B"/>
          </a:solidFill>
          <a:ln w="12700">
            <a:solidFill>
              <a:srgbClr val="4F5D6B"/>
            </a:solidFill>
            <a:prstDash val="solid"/>
          </a:ln>
        </p:spPr>
      </p:sp>
      <p:sp>
        <p:nvSpPr>
          <p:cNvPr id="109" name="Shape 107"/>
          <p:cNvSpPr/>
          <p:nvPr/>
        </p:nvSpPr>
        <p:spPr>
          <a:xfrm>
            <a:off x="6687312" y="1689011"/>
            <a:ext cx="35905" cy="371018"/>
          </a:xfrm>
          <a:prstGeom prst="rect">
            <a:avLst/>
          </a:prstGeom>
          <a:solidFill>
            <a:srgbClr val="4F5D6B"/>
          </a:solidFill>
          <a:ln w="12700">
            <a:solidFill>
              <a:srgbClr val="4F5D6B"/>
            </a:solidFill>
            <a:prstDash val="solid"/>
          </a:ln>
        </p:spPr>
      </p:sp>
      <p:sp>
        <p:nvSpPr>
          <p:cNvPr id="110" name="Shape 108"/>
          <p:cNvSpPr/>
          <p:nvPr/>
        </p:nvSpPr>
        <p:spPr>
          <a:xfrm>
            <a:off x="6745224" y="1719872"/>
            <a:ext cx="35905" cy="309296"/>
          </a:xfrm>
          <a:prstGeom prst="rect">
            <a:avLst/>
          </a:prstGeom>
          <a:solidFill>
            <a:srgbClr val="4F5D6B"/>
          </a:solidFill>
          <a:ln w="12700">
            <a:solidFill>
              <a:srgbClr val="4F5D6B"/>
            </a:solidFill>
            <a:prstDash val="solid"/>
          </a:ln>
        </p:spPr>
      </p:sp>
      <p:sp>
        <p:nvSpPr>
          <p:cNvPr id="111" name="Shape 109"/>
          <p:cNvSpPr/>
          <p:nvPr/>
        </p:nvSpPr>
        <p:spPr>
          <a:xfrm>
            <a:off x="6803136" y="1811769"/>
            <a:ext cx="35905" cy="125501"/>
          </a:xfrm>
          <a:prstGeom prst="rect">
            <a:avLst/>
          </a:prstGeom>
          <a:solidFill>
            <a:srgbClr val="4F5D6B"/>
          </a:solidFill>
          <a:ln w="12700">
            <a:solidFill>
              <a:srgbClr val="4F5D6B"/>
            </a:solidFill>
            <a:prstDash val="solid"/>
          </a:ln>
        </p:spPr>
      </p:sp>
      <p:sp>
        <p:nvSpPr>
          <p:cNvPr id="112" name="Shape 110"/>
          <p:cNvSpPr/>
          <p:nvPr/>
        </p:nvSpPr>
        <p:spPr>
          <a:xfrm>
            <a:off x="6861048" y="1810741"/>
            <a:ext cx="35905" cy="127559"/>
          </a:xfrm>
          <a:prstGeom prst="rect">
            <a:avLst/>
          </a:prstGeom>
          <a:solidFill>
            <a:srgbClr val="4F5D6B"/>
          </a:solidFill>
          <a:ln w="12700">
            <a:solidFill>
              <a:srgbClr val="4F5D6B"/>
            </a:solidFill>
            <a:prstDash val="solid"/>
          </a:ln>
        </p:spPr>
      </p:sp>
      <p:sp>
        <p:nvSpPr>
          <p:cNvPr id="113" name="Shape 111"/>
          <p:cNvSpPr/>
          <p:nvPr/>
        </p:nvSpPr>
        <p:spPr>
          <a:xfrm>
            <a:off x="6918960" y="1754505"/>
            <a:ext cx="35905" cy="240030"/>
          </a:xfrm>
          <a:prstGeom prst="rect">
            <a:avLst/>
          </a:prstGeom>
          <a:solidFill>
            <a:srgbClr val="4F5D6B"/>
          </a:solidFill>
          <a:ln w="12700">
            <a:solidFill>
              <a:srgbClr val="4F5D6B"/>
            </a:solidFill>
            <a:prstDash val="solid"/>
          </a:ln>
        </p:spPr>
      </p:sp>
      <p:sp>
        <p:nvSpPr>
          <p:cNvPr id="114" name="Shape 112"/>
          <p:cNvSpPr/>
          <p:nvPr/>
        </p:nvSpPr>
        <p:spPr>
          <a:xfrm>
            <a:off x="6976872" y="1727416"/>
            <a:ext cx="35905" cy="294208"/>
          </a:xfrm>
          <a:prstGeom prst="rect">
            <a:avLst/>
          </a:prstGeom>
          <a:solidFill>
            <a:srgbClr val="4F5D6B"/>
          </a:solidFill>
          <a:ln w="12700">
            <a:solidFill>
              <a:srgbClr val="4F5D6B"/>
            </a:solidFill>
            <a:prstDash val="solid"/>
          </a:ln>
        </p:spPr>
      </p:sp>
      <p:sp>
        <p:nvSpPr>
          <p:cNvPr id="115" name="Shape 113"/>
          <p:cNvSpPr/>
          <p:nvPr/>
        </p:nvSpPr>
        <p:spPr>
          <a:xfrm>
            <a:off x="7034784" y="1755534"/>
            <a:ext cx="35905" cy="237973"/>
          </a:xfrm>
          <a:prstGeom prst="rect">
            <a:avLst/>
          </a:prstGeom>
          <a:solidFill>
            <a:srgbClr val="4F5D6B"/>
          </a:solidFill>
          <a:ln w="12700">
            <a:solidFill>
              <a:srgbClr val="4F5D6B"/>
            </a:solidFill>
            <a:prstDash val="solid"/>
          </a:ln>
        </p:spPr>
      </p:sp>
      <p:sp>
        <p:nvSpPr>
          <p:cNvPr id="116" name="Shape 114"/>
          <p:cNvSpPr/>
          <p:nvPr/>
        </p:nvSpPr>
        <p:spPr>
          <a:xfrm>
            <a:off x="7092696" y="1812798"/>
            <a:ext cx="35905" cy="123444"/>
          </a:xfrm>
          <a:prstGeom prst="rect">
            <a:avLst/>
          </a:prstGeom>
          <a:solidFill>
            <a:srgbClr val="4F5D6B"/>
          </a:solidFill>
          <a:ln w="12700">
            <a:solidFill>
              <a:srgbClr val="4F5D6B"/>
            </a:solidFill>
            <a:prstDash val="solid"/>
          </a:ln>
        </p:spPr>
      </p:sp>
      <p:sp>
        <p:nvSpPr>
          <p:cNvPr id="117" name="Shape 115"/>
          <p:cNvSpPr/>
          <p:nvPr/>
        </p:nvSpPr>
        <p:spPr>
          <a:xfrm>
            <a:off x="7150608" y="1865376"/>
            <a:ext cx="35905" cy="18288"/>
          </a:xfrm>
          <a:prstGeom prst="rect">
            <a:avLst/>
          </a:prstGeom>
          <a:solidFill>
            <a:srgbClr val="4F5D6B"/>
          </a:solidFill>
          <a:ln w="12700">
            <a:solidFill>
              <a:srgbClr val="4F5D6B"/>
            </a:solidFill>
            <a:prstDash val="solid"/>
          </a:ln>
        </p:spPr>
      </p:sp>
      <p:sp>
        <p:nvSpPr>
          <p:cNvPr id="118" name="Shape 116"/>
          <p:cNvSpPr/>
          <p:nvPr/>
        </p:nvSpPr>
        <p:spPr>
          <a:xfrm>
            <a:off x="7208520" y="1865376"/>
            <a:ext cx="35905" cy="18288"/>
          </a:xfrm>
          <a:prstGeom prst="rect">
            <a:avLst/>
          </a:prstGeom>
          <a:solidFill>
            <a:srgbClr val="4F5D6B"/>
          </a:solidFill>
          <a:ln w="12700">
            <a:solidFill>
              <a:srgbClr val="4F5D6B"/>
            </a:solidFill>
            <a:prstDash val="solid"/>
          </a:ln>
        </p:spPr>
      </p:sp>
      <p:sp>
        <p:nvSpPr>
          <p:cNvPr id="119" name="Shape 117"/>
          <p:cNvSpPr/>
          <p:nvPr/>
        </p:nvSpPr>
        <p:spPr>
          <a:xfrm>
            <a:off x="7266432" y="1865376"/>
            <a:ext cx="35905" cy="18288"/>
          </a:xfrm>
          <a:prstGeom prst="rect">
            <a:avLst/>
          </a:prstGeom>
          <a:solidFill>
            <a:srgbClr val="4F5D6B"/>
          </a:solidFill>
          <a:ln w="12700">
            <a:solidFill>
              <a:srgbClr val="4F5D6B"/>
            </a:solidFill>
            <a:prstDash val="solid"/>
          </a:ln>
        </p:spPr>
      </p:sp>
      <p:sp>
        <p:nvSpPr>
          <p:cNvPr id="120" name="Shape 118"/>
          <p:cNvSpPr/>
          <p:nvPr/>
        </p:nvSpPr>
        <p:spPr>
          <a:xfrm>
            <a:off x="7324344" y="1864576"/>
            <a:ext cx="35905" cy="19888"/>
          </a:xfrm>
          <a:prstGeom prst="rect">
            <a:avLst/>
          </a:prstGeom>
          <a:solidFill>
            <a:srgbClr val="4F5D6B"/>
          </a:solidFill>
          <a:ln w="12700">
            <a:solidFill>
              <a:srgbClr val="4F5D6B"/>
            </a:solidFill>
            <a:prstDash val="solid"/>
          </a:ln>
        </p:spPr>
      </p:sp>
      <p:sp>
        <p:nvSpPr>
          <p:cNvPr id="121" name="Shape 119"/>
          <p:cNvSpPr/>
          <p:nvPr/>
        </p:nvSpPr>
        <p:spPr>
          <a:xfrm>
            <a:off x="7382256" y="1864576"/>
            <a:ext cx="35905" cy="19888"/>
          </a:xfrm>
          <a:prstGeom prst="rect">
            <a:avLst/>
          </a:prstGeom>
          <a:solidFill>
            <a:srgbClr val="4F5D6B"/>
          </a:solidFill>
          <a:ln w="12700">
            <a:solidFill>
              <a:srgbClr val="4F5D6B"/>
            </a:solidFill>
            <a:prstDash val="solid"/>
          </a:ln>
        </p:spPr>
      </p:sp>
      <p:sp>
        <p:nvSpPr>
          <p:cNvPr id="122" name="Shape 120"/>
          <p:cNvSpPr/>
          <p:nvPr/>
        </p:nvSpPr>
        <p:spPr>
          <a:xfrm>
            <a:off x="7440168" y="1861490"/>
            <a:ext cx="35905" cy="26060"/>
          </a:xfrm>
          <a:prstGeom prst="rect">
            <a:avLst/>
          </a:prstGeom>
          <a:solidFill>
            <a:srgbClr val="4F5D6B"/>
          </a:solidFill>
          <a:ln w="12700">
            <a:solidFill>
              <a:srgbClr val="4F5D6B"/>
            </a:solidFill>
            <a:prstDash val="solid"/>
          </a:ln>
        </p:spPr>
      </p:sp>
      <p:sp>
        <p:nvSpPr>
          <p:cNvPr id="123" name="Text 121"/>
          <p:cNvSpPr txBox="1"/>
          <p:nvPr/>
        </p:nvSpPr>
        <p:spPr>
          <a:xfrm>
            <a:off x="548640" y="2286000"/>
            <a:ext cx="2651760" cy="274320"/>
          </a:xfrm>
          <a:prstGeom prst="rect">
            <a:avLst/>
          </a:prstGeom>
          <a:noFill/>
          <a:ln/>
        </p:spPr>
        <p:txBody>
          <a:bodyPr wrap="square" lIns="0" tIns="0" rIns="0" bIns="0" rtlCol="0" anchor="t"/>
          <a:lstStyle/>
          <a:p>
            <a:pPr algn="ctr" indent="0" marL="0">
              <a:buNone/>
            </a:pPr>
            <a:r>
              <a:rPr lang="en-US" sz="1200" dirty="0">
                <a:solidFill>
                  <a:schemeClr val="tx2"/>
                </a:solidFill>
              </a:rPr>
              <a:t>genuine</a:t>
            </a:r>
            <a:endParaRPr lang="en-US" sz="1200" dirty="0"/>
          </a:p>
        </p:txBody>
      </p:sp>
      <p:sp>
        <p:nvSpPr>
          <p:cNvPr id="124" name="Text 122"/>
          <p:cNvSpPr txBox="1"/>
          <p:nvPr/>
        </p:nvSpPr>
        <p:spPr>
          <a:xfrm>
            <a:off x="3298373" y="2286000"/>
            <a:ext cx="1449975" cy="274320"/>
          </a:xfrm>
          <a:prstGeom prst="rect">
            <a:avLst/>
          </a:prstGeom>
          <a:noFill/>
          <a:ln/>
        </p:spPr>
        <p:txBody>
          <a:bodyPr wrap="square" lIns="0" tIns="0" rIns="0" bIns="0" rtlCol="0" anchor="t"/>
          <a:lstStyle/>
          <a:p>
            <a:pPr algn="ctr" indent="0" marL="0">
              <a:buNone/>
            </a:pPr>
            <a:r>
              <a:rPr lang="en-US" sz="1200" dirty="0">
                <a:solidFill>
                  <a:srgbClr val="A4493D"/>
                </a:solidFill>
              </a:rPr>
              <a:t>synthetic</a:t>
            </a:r>
            <a:endParaRPr lang="en-US" sz="1200" dirty="0"/>
          </a:p>
        </p:txBody>
      </p:sp>
      <p:sp>
        <p:nvSpPr>
          <p:cNvPr id="125" name="Text 123"/>
          <p:cNvSpPr txBox="1"/>
          <p:nvPr/>
        </p:nvSpPr>
        <p:spPr>
          <a:xfrm>
            <a:off x="4748347" y="2286000"/>
            <a:ext cx="2749733" cy="274320"/>
          </a:xfrm>
          <a:prstGeom prst="rect">
            <a:avLst/>
          </a:prstGeom>
          <a:noFill/>
          <a:ln/>
        </p:spPr>
        <p:txBody>
          <a:bodyPr wrap="square" lIns="0" tIns="0" rIns="0" bIns="0" rtlCol="0" anchor="t"/>
          <a:lstStyle/>
          <a:p>
            <a:pPr algn="ctr" indent="0" marL="0">
              <a:buNone/>
            </a:pPr>
            <a:r>
              <a:rPr lang="en-US" sz="1200" dirty="0">
                <a:solidFill>
                  <a:schemeClr val="tx2"/>
                </a:solidFill>
              </a:rPr>
              <a:t>genuine</a:t>
            </a:r>
            <a:endParaRPr lang="en-US" sz="1200" dirty="0"/>
          </a:p>
        </p:txBody>
      </p:sp>
      <p:graphicFrame>
        <p:nvGraphicFramePr>
          <p:cNvPr id="126" name="Chart 0" descr=""/>
          <p:cNvGraphicFramePr/>
          <p:nvPr/>
        </p:nvGraphicFramePr>
        <p:xfrm>
          <a:off x="548640" y="2606040"/>
          <a:ext cx="6949440" cy="3566160"/>
        </p:xfrm>
        <a:graphic xmlns:a="http://schemas.openxmlformats.org/drawingml/2006/main">
          <a:graphicData uri="http://schemas.openxmlformats.org/drawingml/2006/chart">
            <c:chart xmlns:c="http://schemas.openxmlformats.org/drawingml/2006/chart" r:id="rId1"/>
          </a:graphicData>
        </a:graphic>
      </p:graphicFrame>
      <p:sp>
        <p:nvSpPr>
          <p:cNvPr id="127" name="Text 124"/>
          <p:cNvSpPr txBox="1"/>
          <p:nvPr/>
        </p:nvSpPr>
        <p:spPr>
          <a:xfrm>
            <a:off x="7955280" y="1463040"/>
            <a:ext cx="365760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+1.13</a:t>
            </a:r>
            <a:endParaRPr lang="en-US" sz="4400" dirty="0"/>
          </a:p>
        </p:txBody>
      </p:sp>
      <p:sp>
        <p:nvSpPr>
          <p:cNvPr id="128" name="Text 125"/>
          <p:cNvSpPr txBox="1"/>
          <p:nvPr/>
        </p:nvSpPr>
        <p:spPr>
          <a:xfrm>
            <a:off x="7955280" y="2331720"/>
            <a:ext cx="3657600" cy="731520"/>
          </a:xfrm>
          <a:prstGeom prst="rect">
            <a:avLst/>
          </a:prstGeom>
          <a:noFill/>
          <a:ln/>
        </p:spPr>
        <p:txBody>
          <a:bodyPr wrap="square" lIns="0" tIns="0" rIns="0" bIns="0" rtlCol="0" anchor="t"/>
          <a:lstStyle/>
          <a:p>
            <a:pPr algn="l" indent="0" marL="0">
              <a:buNone/>
            </a:pPr>
            <a:r>
              <a:rPr lang="en-US" sz="1300" dirty="0">
                <a:solidFill>
                  <a:schemeClr val="tx2"/>
                </a:solidFill>
              </a:rPr>
              <a:t>lowest window margin, clean: still above zero, so the whole file is called genuine</a:t>
            </a:r>
            <a:endParaRPr lang="en-US" sz="1300" dirty="0"/>
          </a:p>
        </p:txBody>
      </p:sp>
      <p:sp>
        <p:nvSpPr>
          <p:cNvPr id="129" name="Text 126"/>
          <p:cNvSpPr txBox="1"/>
          <p:nvPr/>
        </p:nvSpPr>
        <p:spPr>
          <a:xfrm>
            <a:off x="7955280" y="320040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lowest windows (2–6 s, 3–7 s) straddle the splice point at 4.7 s. The window that is mostly synthetic (4–8 s) still scores about +5.</a:t>
            </a:r>
            <a:endParaRPr lang="en-US" sz="1400" dirty="0"/>
          </a:p>
          <a:p>
            <a:pPr marL="342900" indent="-342900">
              <a:spcAft>
                <a:spcPts val="600"/>
              </a:spcAft>
              <a:buSzPct val="100000"/>
              <a:buChar char="•"/>
            </a:pPr>
            <a:r>
              <a:rPr lang="en-US" sz="1400" dirty="0">
                <a:solidFill>
                  <a:schemeClr val="tx1"/>
                </a:solidFill>
              </a:rPr>
              <a:t>AASIST was trained on whole clips, each entirely real or entirely fake. It was never taught to find a fake inside a real one.</a:t>
            </a:r>
            <a:endParaRPr lang="en-US" sz="1400" dirty="0"/>
          </a:p>
          <a:p>
            <a:pPr marL="342900" indent="-342900">
              <a:spcAft>
                <a:spcPts val="600"/>
              </a:spcAft>
              <a:buSzPct val="100000"/>
              <a:buChar char="•"/>
            </a:pPr>
            <a:r>
              <a:rPr lang="en-US" sz="1400" dirty="0">
                <a:solidFill>
                  <a:schemeClr val="tx1"/>
                </a:solidFill>
              </a:rPr>
              <a:t>Models trained on partly faked audio (the PartialSpoof data) score every 20 ms and mark the edits.</a:t>
            </a:r>
            <a:endParaRPr lang="en-US" sz="14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Stronger detectors fit the same job</a:t>
            </a:r>
            <a:endParaRPr lang="en-US" sz="3200" dirty="0"/>
          </a:p>
        </p:txBody>
      </p:sp>
      <p:sp>
        <p:nvSpPr>
          <p:cNvPr id="3" name="Shape 1"/>
          <p:cNvSpPr/>
          <p:nvPr/>
        </p:nvSpPr>
        <p:spPr>
          <a:xfrm>
            <a:off x="548640" y="1417320"/>
            <a:ext cx="3520440" cy="3566160"/>
          </a:xfrm>
          <a:prstGeom prst="rect">
            <a:avLst/>
          </a:prstGeom>
          <a:solidFill>
            <a:srgbClr val="FFFFFF">
              <a:alpha val="75000"/>
            </a:srgbClr>
          </a:solidFill>
          <a:ln w="9525">
            <a:solidFill>
              <a:srgbClr val="B8B2A7"/>
            </a:solidFill>
            <a:prstDash val="solid"/>
          </a:ln>
        </p:spPr>
      </p:sp>
      <p:sp>
        <p:nvSpPr>
          <p:cNvPr id="4" name="Shape 2"/>
          <p:cNvSpPr/>
          <p:nvPr/>
        </p:nvSpPr>
        <p:spPr>
          <a:xfrm>
            <a:off x="777240" y="1664208"/>
            <a:ext cx="274320" cy="274320"/>
          </a:xfrm>
          <a:prstGeom prst="ellipse">
            <a:avLst/>
          </a:prstGeom>
          <a:solidFill>
            <a:srgbClr val="4F5D6B"/>
          </a:solidFill>
          <a:ln w="12700">
            <a:solidFill>
              <a:srgbClr val="4F5D6B"/>
            </a:solidFill>
            <a:prstDash val="solid"/>
          </a:ln>
        </p:spPr>
      </p:sp>
      <p:sp>
        <p:nvSpPr>
          <p:cNvPr id="5" name="Text 3"/>
          <p:cNvSpPr txBox="1"/>
          <p:nvPr/>
        </p:nvSpPr>
        <p:spPr>
          <a:xfrm>
            <a:off x="1188720" y="1600200"/>
            <a:ext cx="274320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AASIST (today)</a:t>
            </a:r>
            <a:endParaRPr lang="en-US" sz="1800" dirty="0"/>
          </a:p>
        </p:txBody>
      </p:sp>
      <p:sp>
        <p:nvSpPr>
          <p:cNvPr id="6" name="Text 4"/>
          <p:cNvSpPr txBox="1"/>
          <p:nvPr/>
        </p:nvSpPr>
        <p:spPr>
          <a:xfrm>
            <a:off x="777240" y="22860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300 thousand weights, 1.6 MB</a:t>
            </a:r>
            <a:endParaRPr lang="en-US" sz="1400" dirty="0"/>
          </a:p>
          <a:p>
            <a:pPr marL="342900" indent="-342900">
              <a:spcAft>
                <a:spcPts val="600"/>
              </a:spcAft>
              <a:buSzPct val="100000"/>
              <a:buChar char="•"/>
            </a:pPr>
            <a:r>
              <a:rPr lang="en-US" sz="1400" dirty="0">
                <a:solidFill>
                  <a:schemeClr val="tx1"/>
                </a:solidFill>
              </a:rPr>
              <a:t>Learned from 2019-era speech synthesis</a:t>
            </a:r>
            <a:endParaRPr lang="en-US" sz="1400" dirty="0"/>
          </a:p>
          <a:p>
            <a:pPr marL="342900" indent="-342900">
              <a:spcAft>
                <a:spcPts val="600"/>
              </a:spcAft>
              <a:buSzPct val="100000"/>
              <a:buChar char="•"/>
            </a:pPr>
            <a:r>
              <a:rPr lang="en-US" sz="1400" dirty="0">
                <a:solidFill>
                  <a:schemeClr val="tx1"/>
                </a:solidFill>
              </a:rPr>
              <a:t>One verdict per 4-second window</a:t>
            </a:r>
            <a:endParaRPr lang="en-US" sz="1400" dirty="0"/>
          </a:p>
          <a:p>
            <a:pPr marL="342900" indent="-342900">
              <a:spcAft>
                <a:spcPts val="600"/>
              </a:spcAft>
              <a:buSzPct val="100000"/>
              <a:buChar char="•"/>
            </a:pPr>
            <a:r>
              <a:rPr lang="en-US" sz="1400" dirty="0">
                <a:solidFill>
                  <a:schemeClr val="tx1"/>
                </a:solidFill>
              </a:rPr>
              <a:t>About 1 s per window on a CPU worker</a:t>
            </a:r>
            <a:endParaRPr lang="en-US" sz="1400" dirty="0"/>
          </a:p>
        </p:txBody>
      </p:sp>
      <p:sp>
        <p:nvSpPr>
          <p:cNvPr id="7" name="Shape 5"/>
          <p:cNvSpPr/>
          <p:nvPr/>
        </p:nvSpPr>
        <p:spPr>
          <a:xfrm>
            <a:off x="4297680" y="1417320"/>
            <a:ext cx="3520440" cy="3566160"/>
          </a:xfrm>
          <a:prstGeom prst="rect">
            <a:avLst/>
          </a:prstGeom>
          <a:solidFill>
            <a:srgbClr val="FFFFFF">
              <a:alpha val="75000"/>
            </a:srgbClr>
          </a:solidFill>
          <a:ln w="9525">
            <a:solidFill>
              <a:srgbClr val="B8B2A7"/>
            </a:solidFill>
            <a:prstDash val="solid"/>
          </a:ln>
        </p:spPr>
      </p:sp>
      <p:sp>
        <p:nvSpPr>
          <p:cNvPr id="8" name="Shape 6"/>
          <p:cNvSpPr/>
          <p:nvPr/>
        </p:nvSpPr>
        <p:spPr>
          <a:xfrm>
            <a:off x="4526280" y="1664208"/>
            <a:ext cx="274320" cy="274320"/>
          </a:xfrm>
          <a:prstGeom prst="ellipse">
            <a:avLst/>
          </a:prstGeom>
          <a:solidFill>
            <a:srgbClr val="8C7B5E"/>
          </a:solidFill>
          <a:ln w="12700">
            <a:solidFill>
              <a:srgbClr val="8C7B5E"/>
            </a:solidFill>
            <a:prstDash val="solid"/>
          </a:ln>
        </p:spPr>
      </p:sp>
      <p:sp>
        <p:nvSpPr>
          <p:cNvPr id="9" name="Text 7"/>
          <p:cNvSpPr txBox="1"/>
          <p:nvPr/>
        </p:nvSpPr>
        <p:spPr>
          <a:xfrm>
            <a:off x="4937760" y="1600200"/>
            <a:ext cx="274320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Speech encoder + AASIST</a:t>
            </a:r>
            <a:endParaRPr lang="en-US" sz="1800" dirty="0"/>
          </a:p>
        </p:txBody>
      </p:sp>
      <p:sp>
        <p:nvSpPr>
          <p:cNvPr id="10" name="Text 8"/>
          <p:cNvSpPr txBox="1"/>
          <p:nvPr/>
        </p:nvSpPr>
        <p:spPr>
          <a:xfrm>
            <a:off x="4526280" y="22860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large pretrained speech model (wav2vec 2.0 / XLS-R) feeding a small AASIST-style classifier</a:t>
            </a:r>
            <a:endParaRPr lang="en-US" sz="1400" dirty="0"/>
          </a:p>
          <a:p>
            <a:pPr marL="342900" indent="-342900">
              <a:spcAft>
                <a:spcPts val="600"/>
              </a:spcAft>
              <a:buSzPct val="100000"/>
              <a:buChar char="•"/>
            </a:pPr>
            <a:r>
              <a:rPr lang="en-US" sz="1400" dirty="0">
                <a:solidFill>
                  <a:schemeClr val="tx1"/>
                </a:solidFill>
              </a:rPr>
              <a:t>About 300 million weights: 1.2 GB, or about 300 MB at 8-bit</a:t>
            </a:r>
            <a:endParaRPr lang="en-US" sz="1400" dirty="0"/>
          </a:p>
          <a:p>
            <a:pPr marL="342900" indent="-342900">
              <a:spcAft>
                <a:spcPts val="600"/>
              </a:spcAft>
              <a:buSzPct val="100000"/>
              <a:buChar char="•"/>
            </a:pPr>
            <a:r>
              <a:rPr lang="en-US" sz="1400" dirty="0">
                <a:solidFill>
                  <a:schemeClr val="tx1"/>
                </a:solidFill>
              </a:rPr>
              <a:t>Clearly better on real-world recordings in published results</a:t>
            </a:r>
            <a:endParaRPr lang="en-US" sz="1400" dirty="0"/>
          </a:p>
          <a:p>
            <a:pPr marL="342900" indent="-342900">
              <a:spcAft>
                <a:spcPts val="600"/>
              </a:spcAft>
              <a:buSzPct val="100000"/>
              <a:buChar char="•"/>
            </a:pPr>
            <a:r>
              <a:rPr lang="en-US" sz="1400" dirty="0">
                <a:solidFill>
                  <a:schemeClr val="tx1"/>
                </a:solidFill>
              </a:rPr>
              <a:t>Much more compute per clip, which is where DCP pays off</a:t>
            </a:r>
            <a:endParaRPr lang="en-US" sz="1400" dirty="0"/>
          </a:p>
        </p:txBody>
      </p:sp>
      <p:sp>
        <p:nvSpPr>
          <p:cNvPr id="11" name="Shape 9"/>
          <p:cNvSpPr/>
          <p:nvPr/>
        </p:nvSpPr>
        <p:spPr>
          <a:xfrm>
            <a:off x="8046720" y="1417320"/>
            <a:ext cx="3520440" cy="3566160"/>
          </a:xfrm>
          <a:prstGeom prst="rect">
            <a:avLst/>
          </a:prstGeom>
          <a:solidFill>
            <a:srgbClr val="FFFFFF">
              <a:alpha val="75000"/>
            </a:srgbClr>
          </a:solidFill>
          <a:ln w="9525">
            <a:solidFill>
              <a:srgbClr val="B8B2A7"/>
            </a:solidFill>
            <a:prstDash val="solid"/>
          </a:ln>
        </p:spPr>
      </p:sp>
      <p:sp>
        <p:nvSpPr>
          <p:cNvPr id="12" name="Shape 10"/>
          <p:cNvSpPr/>
          <p:nvPr/>
        </p:nvSpPr>
        <p:spPr>
          <a:xfrm>
            <a:off x="8275320" y="1664208"/>
            <a:ext cx="274320" cy="274320"/>
          </a:xfrm>
          <a:prstGeom prst="ellipse">
            <a:avLst/>
          </a:prstGeom>
          <a:solidFill>
            <a:srgbClr val="A4493D"/>
          </a:solidFill>
          <a:ln w="12700">
            <a:solidFill>
              <a:srgbClr val="A4493D"/>
            </a:solidFill>
            <a:prstDash val="solid"/>
          </a:ln>
        </p:spPr>
      </p:sp>
      <p:sp>
        <p:nvSpPr>
          <p:cNvPr id="13" name="Text 11"/>
          <p:cNvSpPr txBox="1"/>
          <p:nvPr/>
        </p:nvSpPr>
        <p:spPr>
          <a:xfrm>
            <a:off x="8686800" y="1600200"/>
            <a:ext cx="2743200" cy="4572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Partial-fake localisation</a:t>
            </a:r>
            <a:endParaRPr lang="en-US" sz="1800" dirty="0"/>
          </a:p>
        </p:txBody>
      </p:sp>
      <p:sp>
        <p:nvSpPr>
          <p:cNvPr id="14" name="Text 12"/>
          <p:cNvSpPr txBox="1"/>
          <p:nvPr/>
        </p:nvSpPr>
        <p:spPr>
          <a:xfrm>
            <a:off x="8275320" y="22860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Same kind of speech encoder, trained on partly faked audio</a:t>
            </a:r>
            <a:endParaRPr lang="en-US" sz="1400" dirty="0"/>
          </a:p>
          <a:p>
            <a:pPr marL="342900" indent="-342900">
              <a:spcAft>
                <a:spcPts val="600"/>
              </a:spcAft>
              <a:buSzPct val="100000"/>
              <a:buChar char="•"/>
            </a:pPr>
            <a:r>
              <a:rPr lang="en-US" sz="1400" dirty="0">
                <a:solidFill>
                  <a:schemeClr val="tx1"/>
                </a:solidFill>
              </a:rPr>
              <a:t>Scores every 20 ms and marks real-to-fake boundaries</a:t>
            </a:r>
            <a:endParaRPr lang="en-US" sz="1400" dirty="0"/>
          </a:p>
          <a:p>
            <a:pPr marL="342900" indent="-342900">
              <a:spcAft>
                <a:spcPts val="600"/>
              </a:spcAft>
              <a:buSzPct val="100000"/>
              <a:buChar char="•"/>
            </a:pPr>
            <a:r>
              <a:rPr lang="en-US" sz="1400" dirty="0">
                <a:solidFill>
                  <a:schemeClr val="tx1"/>
                </a:solidFill>
              </a:rPr>
              <a:t>Answers both "is it fake?" and "where was it edited?"</a:t>
            </a:r>
            <a:endParaRPr lang="en-US" sz="1400" dirty="0"/>
          </a:p>
          <a:p>
            <a:pPr marL="342900" indent="-342900">
              <a:spcAft>
                <a:spcPts val="600"/>
              </a:spcAft>
              <a:buSzPct val="100000"/>
              <a:buChar char="•"/>
            </a:pPr>
            <a:r>
              <a:rPr lang="en-US" sz="1400" dirty="0">
                <a:solidFill>
                  <a:schemeClr val="tx1"/>
                </a:solidFill>
              </a:rPr>
              <a:t>Same windowed job, finer output</a:t>
            </a:r>
            <a:endParaRPr lang="en-US" sz="1400" dirty="0"/>
          </a:p>
        </p:txBody>
      </p:sp>
      <p:sp>
        <p:nvSpPr>
          <p:cNvPr id="15" name="Text 13"/>
          <p:cNvSpPr txBox="1"/>
          <p:nvPr/>
        </p:nvSpPr>
        <p:spPr>
          <a:xfrm>
            <a:off x="548640" y="5166360"/>
            <a:ext cx="11064240" cy="365760"/>
          </a:xfrm>
          <a:prstGeom prst="rect">
            <a:avLst/>
          </a:prstGeom>
          <a:noFill/>
          <a:ln/>
        </p:spPr>
        <p:txBody>
          <a:bodyPr wrap="square" lIns="0" tIns="0" rIns="0" bIns="0" rtlCol="0" anchor="t"/>
          <a:lstStyle/>
          <a:p>
            <a:pPr indent="0" marL="0">
              <a:buNone/>
            </a:pPr>
            <a:r>
              <a:rPr lang="en-US" sz="1300" dirty="0">
                <a:solidFill>
                  <a:schemeClr val="tx2"/>
                </a:solidFill>
              </a:rPr>
              <a:t>The job layout doesn't change: swap the model in the static arguments, keep the decoding, windowing and noise.</a:t>
            </a:r>
            <a:endParaRPr lang="en-US" sz="13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a full benchmark run looks like</a:t>
            </a:r>
            <a:endParaRPr lang="en-US" sz="3200" dirty="0"/>
          </a:p>
        </p:txBody>
      </p:sp>
      <p:sp>
        <p:nvSpPr>
          <p:cNvPr id="3" name="Text 1"/>
          <p:cNvSpPr txBox="1"/>
          <p:nvPr/>
        </p:nvSpPr>
        <p:spPr>
          <a:xfrm>
            <a:off x="822960" y="1371600"/>
            <a:ext cx="338328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71,237</a:t>
            </a:r>
            <a:endParaRPr lang="en-US" sz="4400" dirty="0"/>
          </a:p>
        </p:txBody>
      </p:sp>
      <p:sp>
        <p:nvSpPr>
          <p:cNvPr id="4" name="Text 2"/>
          <p:cNvSpPr txBox="1"/>
          <p:nvPr/>
        </p:nvSpPr>
        <p:spPr>
          <a:xfrm>
            <a:off x="822960" y="2240280"/>
            <a:ext cx="3383280" cy="731520"/>
          </a:xfrm>
          <a:prstGeom prst="rect">
            <a:avLst/>
          </a:prstGeom>
          <a:noFill/>
          <a:ln/>
        </p:spPr>
        <p:txBody>
          <a:bodyPr wrap="square" lIns="0" tIns="0" rIns="0" bIns="0" rtlCol="0" anchor="t"/>
          <a:lstStyle/>
          <a:p>
            <a:pPr algn="l" indent="0" marL="0">
              <a:buNone/>
            </a:pPr>
            <a:r>
              <a:rPr lang="en-US" sz="1300" dirty="0">
                <a:solidFill>
                  <a:schemeClr val="tx2"/>
                </a:solidFill>
              </a:rPr>
              <a:t>clips in the ASVspoof 2019 logical-access evaluation set</a:t>
            </a:r>
            <a:endParaRPr lang="en-US" sz="1300" dirty="0"/>
          </a:p>
        </p:txBody>
      </p:sp>
      <p:sp>
        <p:nvSpPr>
          <p:cNvPr id="5" name="Text 3"/>
          <p:cNvSpPr txBox="1"/>
          <p:nvPr/>
        </p:nvSpPr>
        <p:spPr>
          <a:xfrm>
            <a:off x="4434840" y="1371600"/>
            <a:ext cx="338328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 16 h</a:t>
            </a:r>
            <a:endParaRPr lang="en-US" sz="4400" dirty="0"/>
          </a:p>
        </p:txBody>
      </p:sp>
      <p:sp>
        <p:nvSpPr>
          <p:cNvPr id="6" name="Text 4"/>
          <p:cNvSpPr txBox="1"/>
          <p:nvPr/>
        </p:nvSpPr>
        <p:spPr>
          <a:xfrm>
            <a:off x="4434840" y="2240280"/>
            <a:ext cx="3383280" cy="731520"/>
          </a:xfrm>
          <a:prstGeom prst="rect">
            <a:avLst/>
          </a:prstGeom>
          <a:noFill/>
          <a:ln/>
        </p:spPr>
        <p:txBody>
          <a:bodyPr wrap="square" lIns="0" tIns="0" rIns="0" bIns="0" rtlCol="0" anchor="t"/>
          <a:lstStyle/>
          <a:p>
            <a:pPr algn="l" indent="0" marL="0">
              <a:buNone/>
            </a:pPr>
            <a:r>
              <a:rPr lang="en-US" sz="1300" dirty="0">
                <a:solidFill>
                  <a:schemeClr val="tx2"/>
                </a:solidFill>
              </a:rPr>
              <a:t>of one worker's time for a single clean pass, at 0.8 s per window and about one window per clip</a:t>
            </a:r>
            <a:endParaRPr lang="en-US" sz="1300" dirty="0"/>
          </a:p>
        </p:txBody>
      </p:sp>
      <p:sp>
        <p:nvSpPr>
          <p:cNvPr id="7" name="Text 5"/>
          <p:cNvSpPr txBox="1"/>
          <p:nvPr/>
        </p:nvSpPr>
        <p:spPr>
          <a:xfrm>
            <a:off x="8046720" y="1371600"/>
            <a:ext cx="3566160" cy="82296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 10 min</a:t>
            </a:r>
            <a:endParaRPr lang="en-US" sz="4400" dirty="0"/>
          </a:p>
        </p:txBody>
      </p:sp>
      <p:sp>
        <p:nvSpPr>
          <p:cNvPr id="8" name="Text 6"/>
          <p:cNvSpPr txBox="1"/>
          <p:nvPr/>
        </p:nvSpPr>
        <p:spPr>
          <a:xfrm>
            <a:off x="8046720" y="2240280"/>
            <a:ext cx="3566160" cy="731520"/>
          </a:xfrm>
          <a:prstGeom prst="rect">
            <a:avLst/>
          </a:prstGeom>
          <a:noFill/>
          <a:ln/>
        </p:spPr>
        <p:txBody>
          <a:bodyPr wrap="square" lIns="0" tIns="0" rIns="0" bIns="0" rtlCol="0" anchor="t"/>
          <a:lstStyle/>
          <a:p>
            <a:pPr algn="l" indent="0" marL="0">
              <a:buNone/>
            </a:pPr>
            <a:r>
              <a:rPr lang="en-US" sz="1300" dirty="0">
                <a:solidFill>
                  <a:schemeClr val="tx2"/>
                </a:solidFill>
              </a:rPr>
              <a:t>on 100 workers, and every extra noise level or seed multiplies the work, not the wait</a:t>
            </a:r>
            <a:endParaRPr lang="en-US" sz="1300" dirty="0"/>
          </a:p>
        </p:txBody>
      </p:sp>
      <p:sp>
        <p:nvSpPr>
          <p:cNvPr id="9" name="Shape 7"/>
          <p:cNvSpPr/>
          <p:nvPr/>
        </p:nvSpPr>
        <p:spPr>
          <a:xfrm>
            <a:off x="822960" y="3566160"/>
            <a:ext cx="10789920" cy="2331720"/>
          </a:xfrm>
          <a:prstGeom prst="rect">
            <a:avLst/>
          </a:prstGeom>
          <a:solidFill>
            <a:srgbClr val="FFFFFF">
              <a:alpha val="75000"/>
            </a:srgbClr>
          </a:solidFill>
          <a:ln w="9525">
            <a:solidFill>
              <a:srgbClr val="B8B2A7"/>
            </a:solidFill>
            <a:prstDash val="solid"/>
          </a:ln>
        </p:spPr>
      </p:sp>
      <p:sp>
        <p:nvSpPr>
          <p:cNvPr id="10" name="Text 8"/>
          <p:cNvSpPr txBox="1"/>
          <p:nvPr/>
        </p:nvSpPr>
        <p:spPr>
          <a:xfrm>
            <a:off x="1051560" y="3749040"/>
            <a:ext cx="103327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Next steps</a:t>
            </a:r>
            <a:endParaRPr lang="en-US" sz="1800" dirty="0"/>
          </a:p>
        </p:txBody>
      </p:sp>
      <p:sp>
        <p:nvSpPr>
          <p:cNvPr id="11" name="Text 9"/>
          <p:cNvSpPr txBox="1"/>
          <p:nvPr/>
        </p:nvSpPr>
        <p:spPr>
          <a:xfrm>
            <a:off x="1051560" y="4251960"/>
            <a:ext cx="103327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Deploy from the web page to the public network, and host it next to our other demos.</a:t>
            </a:r>
            <a:endParaRPr lang="en-US" sz="1500" dirty="0"/>
          </a:p>
          <a:p>
            <a:pPr marL="342900" indent="-342900">
              <a:spcAft>
                <a:spcPts val="600"/>
              </a:spcAft>
              <a:buSzPct val="100000"/>
              <a:buChar char="•"/>
            </a:pPr>
            <a:r>
              <a:rPr lang="en-US" sz="1500" dirty="0">
                <a:solidFill>
                  <a:schemeClr val="tx1"/>
                </a:solidFill>
              </a:rPr>
              <a:t>Run the full ASVspoof 2019 evaluation set: clean, then a noise sweep with several seeds.</a:t>
            </a:r>
            <a:endParaRPr lang="en-US" sz="1500" dirty="0"/>
          </a:p>
          <a:p>
            <a:pPr marL="342900" indent="-342900">
              <a:spcAft>
                <a:spcPts val="600"/>
              </a:spcAft>
              <a:buSzPct val="100000"/>
              <a:buChar char="•"/>
            </a:pPr>
            <a:r>
              <a:rPr lang="en-US" sz="1500" dirty="0">
                <a:solidFill>
                  <a:schemeClr val="tx1"/>
                </a:solidFill>
              </a:rPr>
              <a:t>Add an MP3 decoder for recordings as they usually arrive, and time WebGPU against WebAssembly.</a:t>
            </a:r>
            <a:endParaRPr lang="en-US" sz="1500" dirty="0"/>
          </a:p>
          <a:p>
            <a:pPr marL="342900" indent="-342900">
              <a:spcAft>
                <a:spcPts val="600"/>
              </a:spcAft>
              <a:buSzPct val="100000"/>
              <a:buChar char="•"/>
            </a:pPr>
            <a:r>
              <a:rPr lang="en-US" sz="1500" dirty="0">
                <a:solidFill>
                  <a:schemeClr val="tx1"/>
                </a:solidFill>
              </a:rPr>
              <a:t>Convert a speech-encoder detector and a partial-fake localiser, and run them through the same job.</a:t>
            </a:r>
            <a:endParaRPr lang="en-US" sz="15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a:t>
            </a:r>
            <a:endParaRPr lang="en-US" sz="3200" dirty="0"/>
          </a:p>
        </p:txBody>
      </p:sp>
      <p:sp>
        <p:nvSpPr>
          <p:cNvPr id="3" name="Shape 1"/>
          <p:cNvSpPr/>
          <p:nvPr/>
        </p:nvSpPr>
        <p:spPr>
          <a:xfrm>
            <a:off x="548640" y="1463040"/>
            <a:ext cx="2926080" cy="1737360"/>
          </a:xfrm>
          <a:prstGeom prst="rect">
            <a:avLst/>
          </a:prstGeom>
          <a:solidFill>
            <a:srgbClr val="FFFFFF">
              <a:alpha val="85000"/>
            </a:srgbClr>
          </a:solidFill>
          <a:ln w="9525">
            <a:solidFill>
              <a:srgbClr val="B8B2A7"/>
            </a:solidFill>
            <a:prstDash val="solid"/>
          </a:ln>
        </p:spPr>
      </p:sp>
      <p:sp>
        <p:nvSpPr>
          <p:cNvPr id="4" name="Text 2"/>
          <p:cNvSpPr txBox="1"/>
          <p:nvPr/>
        </p:nvSpPr>
        <p:spPr>
          <a:xfrm>
            <a:off x="713232" y="1591056"/>
            <a:ext cx="2596896"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Web page or Node CLI</a:t>
            </a:r>
            <a:endParaRPr lang="en-US" sz="1600" dirty="0"/>
          </a:p>
        </p:txBody>
      </p:sp>
      <p:sp>
        <p:nvSpPr>
          <p:cNvPr id="5" name="Text 3"/>
          <p:cNvSpPr txBox="1"/>
          <p:nvPr/>
        </p:nvSpPr>
        <p:spPr>
          <a:xfrm>
            <a:off x="713232" y="2011680"/>
            <a:ext cx="2596896" cy="1097280"/>
          </a:xfrm>
          <a:prstGeom prst="rect">
            <a:avLst/>
          </a:prstGeom>
          <a:noFill/>
          <a:ln/>
        </p:spPr>
        <p:txBody>
          <a:bodyPr wrap="square" lIns="0" tIns="0" rIns="0" bIns="0" rtlCol="0" anchor="t"/>
          <a:lstStyle/>
          <a:p>
            <a:pPr indent="0" marL="0">
              <a:buNone/>
            </a:pPr>
            <a:r>
              <a:rPr lang="en-US" sz="1250" dirty="0">
                <a:solidFill>
                  <a:schemeClr val="tx2"/>
                </a:solidFill>
              </a:rPr>
              <a:t>Reads files, packs slices, sends the model and plan. Collects results into a table, CSV and JSON.</a:t>
            </a:r>
            <a:endParaRPr lang="en-US" sz="1250" dirty="0"/>
          </a:p>
        </p:txBody>
      </p:sp>
      <p:sp>
        <p:nvSpPr>
          <p:cNvPr id="6" name="Shape 4"/>
          <p:cNvSpPr/>
          <p:nvPr/>
        </p:nvSpPr>
        <p:spPr>
          <a:xfrm>
            <a:off x="4617720" y="1463040"/>
            <a:ext cx="2926080" cy="1737360"/>
          </a:xfrm>
          <a:prstGeom prst="rect">
            <a:avLst/>
          </a:prstGeom>
          <a:solidFill>
            <a:srgbClr val="FFFFFF">
              <a:alpha val="85000"/>
            </a:srgbClr>
          </a:solidFill>
          <a:ln w="9525">
            <a:solidFill>
              <a:srgbClr val="B8B2A7"/>
            </a:solidFill>
            <a:prstDash val="solid"/>
          </a:ln>
        </p:spPr>
      </p:sp>
      <p:sp>
        <p:nvSpPr>
          <p:cNvPr id="7" name="Text 5"/>
          <p:cNvSpPr txBox="1"/>
          <p:nvPr/>
        </p:nvSpPr>
        <p:spPr>
          <a:xfrm>
            <a:off x="4782312" y="1591056"/>
            <a:ext cx="2596896"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DCP scheduler</a:t>
            </a:r>
            <a:endParaRPr lang="en-US" sz="1600" dirty="0"/>
          </a:p>
        </p:txBody>
      </p:sp>
      <p:sp>
        <p:nvSpPr>
          <p:cNvPr id="8" name="Text 6"/>
          <p:cNvSpPr txBox="1"/>
          <p:nvPr/>
        </p:nvSpPr>
        <p:spPr>
          <a:xfrm>
            <a:off x="4782312" y="2011680"/>
            <a:ext cx="2596896" cy="1097280"/>
          </a:xfrm>
          <a:prstGeom prst="rect">
            <a:avLst/>
          </a:prstGeom>
          <a:noFill/>
          <a:ln/>
        </p:spPr>
        <p:txBody>
          <a:bodyPr wrap="square" lIns="0" tIns="0" rIns="0" bIns="0" rtlCol="0" anchor="t"/>
          <a:lstStyle/>
          <a:p>
            <a:pPr indent="0" marL="0">
              <a:buNone/>
            </a:pPr>
            <a:r>
              <a:rPr lang="en-US" sz="1250" dirty="0">
                <a:solidFill>
                  <a:schemeClr val="tx2"/>
                </a:solidFill>
              </a:rPr>
              <a:t>Holds the job and hands slices to workers in the chosen compute groups. Payment from the user's wallet.</a:t>
            </a:r>
            <a:endParaRPr lang="en-US" sz="1250" dirty="0"/>
          </a:p>
        </p:txBody>
      </p:sp>
      <p:sp>
        <p:nvSpPr>
          <p:cNvPr id="9" name="Shape 7"/>
          <p:cNvSpPr/>
          <p:nvPr/>
        </p:nvSpPr>
        <p:spPr>
          <a:xfrm>
            <a:off x="8686800" y="1463040"/>
            <a:ext cx="2926080" cy="1737360"/>
          </a:xfrm>
          <a:prstGeom prst="rect">
            <a:avLst/>
          </a:prstGeom>
          <a:solidFill>
            <a:srgbClr val="FFFFFF">
              <a:alpha val="85000"/>
            </a:srgbClr>
          </a:solidFill>
          <a:ln w="9525">
            <a:solidFill>
              <a:srgbClr val="B8B2A7"/>
            </a:solidFill>
            <a:prstDash val="solid"/>
          </a:ln>
        </p:spPr>
      </p:sp>
      <p:sp>
        <p:nvSpPr>
          <p:cNvPr id="10" name="Text 8"/>
          <p:cNvSpPr txBox="1"/>
          <p:nvPr/>
        </p:nvSpPr>
        <p:spPr>
          <a:xfrm>
            <a:off x="8851392" y="1591056"/>
            <a:ext cx="2596896"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Package server</a:t>
            </a:r>
            <a:endParaRPr lang="en-US" sz="1600" dirty="0"/>
          </a:p>
        </p:txBody>
      </p:sp>
      <p:sp>
        <p:nvSpPr>
          <p:cNvPr id="11" name="Text 9"/>
          <p:cNvSpPr txBox="1"/>
          <p:nvPr/>
        </p:nvSpPr>
        <p:spPr>
          <a:xfrm>
            <a:off x="8851392" y="2011680"/>
            <a:ext cx="2596896" cy="1097280"/>
          </a:xfrm>
          <a:prstGeom prst="rect">
            <a:avLst/>
          </a:prstGeom>
          <a:noFill/>
          <a:ln/>
        </p:spPr>
        <p:txBody>
          <a:bodyPr wrap="square" lIns="0" tIns="0" rIns="0" bIns="0" rtlCol="0" anchor="t"/>
          <a:lstStyle/>
          <a:p>
            <a:pPr indent="0" marL="0">
              <a:buNone/>
            </a:pPr>
            <a:r>
              <a:rPr lang="en-US" sz="1250" dirty="0">
                <a:solidFill>
                  <a:schemeClr val="tx2"/>
                </a:solidFill>
              </a:rPr>
              <a:t>Serves DCP's published ONNX Runtime build (onnxruntime-dcp) to every worker.</a:t>
            </a:r>
            <a:endParaRPr lang="en-US" sz="1250" dirty="0"/>
          </a:p>
        </p:txBody>
      </p:sp>
      <p:sp>
        <p:nvSpPr>
          <p:cNvPr id="12" name="Shape 10"/>
          <p:cNvSpPr/>
          <p:nvPr/>
        </p:nvSpPr>
        <p:spPr>
          <a:xfrm>
            <a:off x="4617720" y="3977640"/>
            <a:ext cx="6995160" cy="1920240"/>
          </a:xfrm>
          <a:prstGeom prst="rect">
            <a:avLst/>
          </a:prstGeom>
          <a:solidFill>
            <a:srgbClr val="F2EEEA">
              <a:alpha val="85000"/>
            </a:srgbClr>
          </a:solidFill>
          <a:ln w="9525">
            <a:solidFill>
              <a:srgbClr val="B8B2A7"/>
            </a:solidFill>
            <a:prstDash val="solid"/>
          </a:ln>
        </p:spPr>
      </p:sp>
      <p:sp>
        <p:nvSpPr>
          <p:cNvPr id="13" name="Text 11"/>
          <p:cNvSpPr txBox="1"/>
          <p:nvPr/>
        </p:nvSpPr>
        <p:spPr>
          <a:xfrm>
            <a:off x="4782312" y="4105656"/>
            <a:ext cx="6665976"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Workers</a:t>
            </a:r>
            <a:endParaRPr lang="en-US" sz="1600" dirty="0"/>
          </a:p>
        </p:txBody>
      </p:sp>
      <p:sp>
        <p:nvSpPr>
          <p:cNvPr id="14" name="Text 12"/>
          <p:cNvSpPr txBox="1"/>
          <p:nvPr/>
        </p:nvSpPr>
        <p:spPr>
          <a:xfrm>
            <a:off x="4782312" y="4526280"/>
            <a:ext cx="6665976" cy="1280160"/>
          </a:xfrm>
          <a:prstGeom prst="rect">
            <a:avLst/>
          </a:prstGeom>
          <a:noFill/>
          <a:ln/>
        </p:spPr>
        <p:txBody>
          <a:bodyPr wrap="square" lIns="0" tIns="0" rIns="0" bIns="0" rtlCol="0" anchor="t"/>
          <a:lstStyle/>
          <a:p>
            <a:pPr indent="0" marL="0">
              <a:buNone/>
            </a:pPr>
            <a:r>
              <a:rPr lang="en-US" sz="1250" dirty="0">
                <a:solidFill>
                  <a:schemeClr val="tx2"/>
                </a:solidFill>
              </a:rPr>
              <a:t>Browser tabs, native workers (Mac, Linux, Windows) and Docker workers. Each runs the work function in its sandbox: decode, resample, window, add noise, run the model, return margins. The model stays loaded between slices.</a:t>
            </a:r>
            <a:endParaRPr lang="en-US" sz="1250" dirty="0"/>
          </a:p>
        </p:txBody>
      </p:sp>
      <p:sp>
        <p:nvSpPr>
          <p:cNvPr id="15" name="Shape 13"/>
          <p:cNvSpPr/>
          <p:nvPr/>
        </p:nvSpPr>
        <p:spPr>
          <a:xfrm>
            <a:off x="3520440" y="2103120"/>
            <a:ext cx="1051560" cy="0"/>
          </a:xfrm>
          <a:prstGeom prst="line">
            <a:avLst/>
          </a:prstGeom>
          <a:noFill/>
          <a:ln w="15875">
            <a:solidFill>
              <a:srgbClr val="6E6E6E"/>
            </a:solidFill>
            <a:prstDash val="solid"/>
            <a:tailEnd type="triangle"/>
          </a:ln>
        </p:spPr>
      </p:sp>
      <p:sp>
        <p:nvSpPr>
          <p:cNvPr id="16" name="Text 14"/>
          <p:cNvSpPr txBox="1"/>
          <p:nvPr/>
        </p:nvSpPr>
        <p:spPr>
          <a:xfrm>
            <a:off x="3520440" y="1783080"/>
            <a:ext cx="1051560" cy="274320"/>
          </a:xfrm>
          <a:prstGeom prst="rect">
            <a:avLst/>
          </a:prstGeom>
          <a:noFill/>
          <a:ln/>
        </p:spPr>
        <p:txBody>
          <a:bodyPr wrap="square" lIns="0" tIns="0" rIns="0" bIns="0" rtlCol="0" anchor="t"/>
          <a:lstStyle/>
          <a:p>
            <a:pPr algn="ctr" indent="0" marL="0">
              <a:buNone/>
            </a:pPr>
            <a:r>
              <a:rPr lang="en-US" sz="1200" dirty="0">
                <a:solidFill>
                  <a:schemeClr val="tx2"/>
                </a:solidFill>
              </a:rPr>
              <a:t>job</a:t>
            </a:r>
            <a:endParaRPr lang="en-US" sz="1200" dirty="0"/>
          </a:p>
        </p:txBody>
      </p:sp>
      <p:sp>
        <p:nvSpPr>
          <p:cNvPr id="17" name="Shape 15"/>
          <p:cNvSpPr/>
          <p:nvPr/>
        </p:nvSpPr>
        <p:spPr>
          <a:xfrm>
            <a:off x="6080760" y="3246120"/>
            <a:ext cx="0" cy="685800"/>
          </a:xfrm>
          <a:prstGeom prst="line">
            <a:avLst/>
          </a:prstGeom>
          <a:noFill/>
          <a:ln w="15875">
            <a:solidFill>
              <a:srgbClr val="6E6E6E"/>
            </a:solidFill>
            <a:prstDash val="solid"/>
            <a:tailEnd type="triangle"/>
          </a:ln>
        </p:spPr>
      </p:sp>
      <p:sp>
        <p:nvSpPr>
          <p:cNvPr id="18" name="Text 16"/>
          <p:cNvSpPr txBox="1"/>
          <p:nvPr/>
        </p:nvSpPr>
        <p:spPr>
          <a:xfrm>
            <a:off x="6172200" y="3429000"/>
            <a:ext cx="1097280" cy="274320"/>
          </a:xfrm>
          <a:prstGeom prst="rect">
            <a:avLst/>
          </a:prstGeom>
          <a:noFill/>
          <a:ln/>
        </p:spPr>
        <p:txBody>
          <a:bodyPr wrap="square" lIns="0" tIns="0" rIns="0" bIns="0" rtlCol="0" anchor="t"/>
          <a:lstStyle/>
          <a:p>
            <a:pPr indent="0" marL="0">
              <a:buNone/>
            </a:pPr>
            <a:r>
              <a:rPr lang="en-US" sz="1200" dirty="0">
                <a:solidFill>
                  <a:schemeClr val="tx2"/>
                </a:solidFill>
              </a:rPr>
              <a:t>slices</a:t>
            </a:r>
            <a:endParaRPr lang="en-US" sz="1200" dirty="0"/>
          </a:p>
        </p:txBody>
      </p:sp>
      <p:sp>
        <p:nvSpPr>
          <p:cNvPr id="19" name="Shape 17"/>
          <p:cNvSpPr/>
          <p:nvPr/>
        </p:nvSpPr>
        <p:spPr>
          <a:xfrm>
            <a:off x="10149840" y="3246120"/>
            <a:ext cx="0" cy="685800"/>
          </a:xfrm>
          <a:prstGeom prst="line">
            <a:avLst/>
          </a:prstGeom>
          <a:noFill/>
          <a:ln w="15875">
            <a:solidFill>
              <a:srgbClr val="6E6E6E"/>
            </a:solidFill>
            <a:prstDash val="solid"/>
            <a:tailEnd type="triangle"/>
          </a:ln>
        </p:spPr>
      </p:sp>
      <p:sp>
        <p:nvSpPr>
          <p:cNvPr id="20" name="Text 18"/>
          <p:cNvSpPr txBox="1"/>
          <p:nvPr/>
        </p:nvSpPr>
        <p:spPr>
          <a:xfrm>
            <a:off x="8778240" y="3429000"/>
            <a:ext cx="1325880" cy="274320"/>
          </a:xfrm>
          <a:prstGeom prst="rect">
            <a:avLst/>
          </a:prstGeom>
          <a:noFill/>
          <a:ln/>
        </p:spPr>
        <p:txBody>
          <a:bodyPr wrap="square" lIns="0" tIns="0" rIns="0" bIns="0" rtlCol="0" anchor="t"/>
          <a:lstStyle/>
          <a:p>
            <a:pPr algn="r" indent="0" marL="0">
              <a:buNone/>
            </a:pPr>
            <a:r>
              <a:rPr lang="en-US" sz="1200" dirty="0">
                <a:solidFill>
                  <a:schemeClr val="tx2"/>
                </a:solidFill>
              </a:rPr>
              <a:t>ONNX Runtime</a:t>
            </a:r>
            <a:endParaRPr lang="en-US" sz="1200" dirty="0"/>
          </a:p>
        </p:txBody>
      </p:sp>
      <p:sp>
        <p:nvSpPr>
          <p:cNvPr id="21" name="Shape 19"/>
          <p:cNvSpPr/>
          <p:nvPr/>
        </p:nvSpPr>
        <p:spPr>
          <a:xfrm>
            <a:off x="4572000" y="4937760"/>
            <a:ext cx="-2560320" cy="-1691640"/>
          </a:xfrm>
          <a:prstGeom prst="line">
            <a:avLst/>
          </a:prstGeom>
          <a:noFill/>
          <a:ln w="15875">
            <a:solidFill>
              <a:srgbClr val="6E6E6E"/>
            </a:solidFill>
            <a:prstDash val="solid"/>
            <a:tailEnd type="triangle"/>
          </a:ln>
        </p:spPr>
      </p:sp>
      <p:sp>
        <p:nvSpPr>
          <p:cNvPr id="22" name="Text 20"/>
          <p:cNvSpPr txBox="1"/>
          <p:nvPr/>
        </p:nvSpPr>
        <p:spPr>
          <a:xfrm>
            <a:off x="1280160" y="4206240"/>
            <a:ext cx="2194560" cy="274320"/>
          </a:xfrm>
          <a:prstGeom prst="rect">
            <a:avLst/>
          </a:prstGeom>
          <a:noFill/>
          <a:ln/>
        </p:spPr>
        <p:txBody>
          <a:bodyPr wrap="square" lIns="0" tIns="0" rIns="0" bIns="0" rtlCol="0" anchor="t"/>
          <a:lstStyle/>
          <a:p>
            <a:pPr indent="0" marL="0">
              <a:buNone/>
            </a:pPr>
            <a:r>
              <a:rPr lang="en-US" sz="1200" dirty="0">
                <a:solidFill>
                  <a:schemeClr val="tx2"/>
                </a:solidFill>
              </a:rPr>
              <a:t>results, per slice</a:t>
            </a:r>
            <a:endParaRPr lang="en-US" sz="12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10908792" cy="1280160"/>
          </a:xfrm>
          <a:prstGeom prst="rect">
            <a:avLst/>
          </a:prstGeom>
          <a:noFill/>
          <a:ln/>
        </p:spPr>
        <p:txBody>
          <a:bodyPr wrap="square" lIns="0" tIns="0" rIns="0" bIns="0" rtlCol="0" anchor="ctr"/>
          <a:lstStyle/>
          <a:p>
            <a:pPr algn="ctr" indent="0" marL="0">
              <a:buNone/>
            </a:pPr>
            <a:r>
              <a:rPr lang="en-US" sz="4400" b="1" dirty="0">
                <a:solidFill>
                  <a:schemeClr val="tx1"/>
                </a:solidFill>
              </a:rPr>
              <a:t>Try it</a:t>
            </a:r>
            <a:endParaRPr lang="en-US" sz="4400" dirty="0"/>
          </a:p>
        </p:txBody>
      </p:sp>
      <p:sp>
        <p:nvSpPr>
          <p:cNvPr id="3" name="Text 0"/>
          <p:cNvSpPr/>
          <p:nvPr>
            <p:ph idx="101" type="body" hasCustomPrompt="1"/>
          </p:nvPr>
        </p:nvSpPr>
        <p:spPr>
          <a:xfrm>
            <a:off x="1371600" y="3246120"/>
            <a:ext cx="9445752" cy="822960"/>
          </a:xfrm>
          <a:prstGeom prst="rect">
            <a:avLst/>
          </a:prstGeom>
          <a:noFill/>
          <a:ln/>
        </p:spPr>
        <p:txBody>
          <a:bodyPr wrap="square" lIns="0" tIns="0" rIns="0" bIns="0" rtlCol="0" anchor="t"/>
          <a:lstStyle/>
          <a:p>
            <a:pPr algn="ctr" indent="0" marL="0">
              <a:buNone/>
            </a:pPr>
            <a:r>
              <a:rPr lang="en-US" sz="2000" dirty="0">
                <a:solidFill>
                  <a:schemeClr val="tx2"/>
                </a:solidFill>
              </a:rPr>
              <a:t>Serve the web folder, drop in some audio, choose your noise levels, deploy.</a:t>
            </a:r>
            <a:endParaRPr lang="en-US" sz="2000" dirty="0"/>
          </a:p>
        </p:txBody>
      </p:sp>
      <p:sp>
        <p:nvSpPr>
          <p:cNvPr id="4" name="Shape 2"/>
          <p:cNvSpPr/>
          <p:nvPr/>
        </p:nvSpPr>
        <p:spPr>
          <a:xfrm>
            <a:off x="1097280" y="5060838"/>
            <a:ext cx="33386" cy="28164"/>
          </a:xfrm>
          <a:prstGeom prst="rect">
            <a:avLst/>
          </a:prstGeom>
          <a:solidFill>
            <a:srgbClr val="4F5D6B"/>
          </a:solidFill>
          <a:ln w="12700">
            <a:solidFill>
              <a:srgbClr val="4F5D6B"/>
            </a:solidFill>
            <a:prstDash val="solid"/>
          </a:ln>
        </p:spPr>
      </p:sp>
      <p:sp>
        <p:nvSpPr>
          <p:cNvPr id="5" name="Shape 3"/>
          <p:cNvSpPr/>
          <p:nvPr/>
        </p:nvSpPr>
        <p:spPr>
          <a:xfrm>
            <a:off x="1151128" y="5061844"/>
            <a:ext cx="33386" cy="26152"/>
          </a:xfrm>
          <a:prstGeom prst="rect">
            <a:avLst/>
          </a:prstGeom>
          <a:solidFill>
            <a:srgbClr val="4F5D6B"/>
          </a:solidFill>
          <a:ln w="12700">
            <a:solidFill>
              <a:srgbClr val="4F5D6B"/>
            </a:solidFill>
            <a:prstDash val="solid"/>
          </a:ln>
        </p:spPr>
      </p:sp>
      <p:sp>
        <p:nvSpPr>
          <p:cNvPr id="6" name="Shape 4"/>
          <p:cNvSpPr/>
          <p:nvPr/>
        </p:nvSpPr>
        <p:spPr>
          <a:xfrm>
            <a:off x="1204976" y="5063856"/>
            <a:ext cx="33386" cy="22128"/>
          </a:xfrm>
          <a:prstGeom prst="rect">
            <a:avLst/>
          </a:prstGeom>
          <a:solidFill>
            <a:srgbClr val="4F5D6B"/>
          </a:solidFill>
          <a:ln w="12700">
            <a:solidFill>
              <a:srgbClr val="4F5D6B"/>
            </a:solidFill>
            <a:prstDash val="solid"/>
          </a:ln>
        </p:spPr>
      </p:sp>
      <p:sp>
        <p:nvSpPr>
          <p:cNvPr id="7" name="Shape 5"/>
          <p:cNvSpPr/>
          <p:nvPr/>
        </p:nvSpPr>
        <p:spPr>
          <a:xfrm>
            <a:off x="1258824" y="5065776"/>
            <a:ext cx="33386" cy="18288"/>
          </a:xfrm>
          <a:prstGeom prst="rect">
            <a:avLst/>
          </a:prstGeom>
          <a:solidFill>
            <a:srgbClr val="4F5D6B"/>
          </a:solidFill>
          <a:ln w="12700">
            <a:solidFill>
              <a:srgbClr val="4F5D6B"/>
            </a:solidFill>
            <a:prstDash val="solid"/>
          </a:ln>
        </p:spPr>
      </p:sp>
      <p:sp>
        <p:nvSpPr>
          <p:cNvPr id="8" name="Shape 6"/>
          <p:cNvSpPr/>
          <p:nvPr/>
        </p:nvSpPr>
        <p:spPr>
          <a:xfrm>
            <a:off x="1312672" y="5065365"/>
            <a:ext cx="33386" cy="19111"/>
          </a:xfrm>
          <a:prstGeom prst="rect">
            <a:avLst/>
          </a:prstGeom>
          <a:solidFill>
            <a:srgbClr val="4F5D6B"/>
          </a:solidFill>
          <a:ln w="12700">
            <a:solidFill>
              <a:srgbClr val="4F5D6B"/>
            </a:solidFill>
            <a:prstDash val="solid"/>
          </a:ln>
        </p:spPr>
      </p:sp>
      <p:sp>
        <p:nvSpPr>
          <p:cNvPr id="9" name="Shape 7"/>
          <p:cNvSpPr/>
          <p:nvPr/>
        </p:nvSpPr>
        <p:spPr>
          <a:xfrm>
            <a:off x="1366520" y="5063353"/>
            <a:ext cx="33386" cy="23134"/>
          </a:xfrm>
          <a:prstGeom prst="rect">
            <a:avLst/>
          </a:prstGeom>
          <a:solidFill>
            <a:srgbClr val="4F5D6B"/>
          </a:solidFill>
          <a:ln w="12700">
            <a:solidFill>
              <a:srgbClr val="4F5D6B"/>
            </a:solidFill>
            <a:prstDash val="solid"/>
          </a:ln>
        </p:spPr>
      </p:sp>
      <p:sp>
        <p:nvSpPr>
          <p:cNvPr id="10" name="Shape 8"/>
          <p:cNvSpPr/>
          <p:nvPr/>
        </p:nvSpPr>
        <p:spPr>
          <a:xfrm>
            <a:off x="1420368" y="5064359"/>
            <a:ext cx="33386" cy="21123"/>
          </a:xfrm>
          <a:prstGeom prst="rect">
            <a:avLst/>
          </a:prstGeom>
          <a:solidFill>
            <a:srgbClr val="4F5D6B"/>
          </a:solidFill>
          <a:ln w="12700">
            <a:solidFill>
              <a:srgbClr val="4F5D6B"/>
            </a:solidFill>
            <a:prstDash val="solid"/>
          </a:ln>
        </p:spPr>
      </p:sp>
      <p:sp>
        <p:nvSpPr>
          <p:cNvPr id="11" name="Shape 9"/>
          <p:cNvSpPr/>
          <p:nvPr/>
        </p:nvSpPr>
        <p:spPr>
          <a:xfrm>
            <a:off x="1474216" y="5064359"/>
            <a:ext cx="33386" cy="21123"/>
          </a:xfrm>
          <a:prstGeom prst="rect">
            <a:avLst/>
          </a:prstGeom>
          <a:solidFill>
            <a:srgbClr val="4F5D6B"/>
          </a:solidFill>
          <a:ln w="12700">
            <a:solidFill>
              <a:srgbClr val="4F5D6B"/>
            </a:solidFill>
            <a:prstDash val="solid"/>
          </a:ln>
        </p:spPr>
      </p:sp>
      <p:sp>
        <p:nvSpPr>
          <p:cNvPr id="12" name="Shape 10"/>
          <p:cNvSpPr/>
          <p:nvPr/>
        </p:nvSpPr>
        <p:spPr>
          <a:xfrm>
            <a:off x="1528064" y="5061844"/>
            <a:ext cx="33386" cy="26152"/>
          </a:xfrm>
          <a:prstGeom prst="rect">
            <a:avLst/>
          </a:prstGeom>
          <a:solidFill>
            <a:srgbClr val="4F5D6B"/>
          </a:solidFill>
          <a:ln w="12700">
            <a:solidFill>
              <a:srgbClr val="4F5D6B"/>
            </a:solidFill>
            <a:prstDash val="solid"/>
          </a:ln>
        </p:spPr>
      </p:sp>
      <p:sp>
        <p:nvSpPr>
          <p:cNvPr id="13" name="Shape 11"/>
          <p:cNvSpPr/>
          <p:nvPr/>
        </p:nvSpPr>
        <p:spPr>
          <a:xfrm>
            <a:off x="1581912" y="5061341"/>
            <a:ext cx="33386" cy="27158"/>
          </a:xfrm>
          <a:prstGeom prst="rect">
            <a:avLst/>
          </a:prstGeom>
          <a:solidFill>
            <a:srgbClr val="4F5D6B"/>
          </a:solidFill>
          <a:ln w="12700">
            <a:solidFill>
              <a:srgbClr val="4F5D6B"/>
            </a:solidFill>
            <a:prstDash val="solid"/>
          </a:ln>
        </p:spPr>
      </p:sp>
      <p:sp>
        <p:nvSpPr>
          <p:cNvPr id="14" name="Shape 12"/>
          <p:cNvSpPr/>
          <p:nvPr/>
        </p:nvSpPr>
        <p:spPr>
          <a:xfrm>
            <a:off x="1635760" y="5065776"/>
            <a:ext cx="33386" cy="18288"/>
          </a:xfrm>
          <a:prstGeom prst="rect">
            <a:avLst/>
          </a:prstGeom>
          <a:solidFill>
            <a:srgbClr val="4F5D6B"/>
          </a:solidFill>
          <a:ln w="12700">
            <a:solidFill>
              <a:srgbClr val="4F5D6B"/>
            </a:solidFill>
            <a:prstDash val="solid"/>
          </a:ln>
        </p:spPr>
      </p:sp>
      <p:sp>
        <p:nvSpPr>
          <p:cNvPr id="15" name="Shape 13"/>
          <p:cNvSpPr/>
          <p:nvPr/>
        </p:nvSpPr>
        <p:spPr>
          <a:xfrm>
            <a:off x="1689608" y="5065776"/>
            <a:ext cx="33386" cy="18288"/>
          </a:xfrm>
          <a:prstGeom prst="rect">
            <a:avLst/>
          </a:prstGeom>
          <a:solidFill>
            <a:srgbClr val="4F5D6B"/>
          </a:solidFill>
          <a:ln w="12700">
            <a:solidFill>
              <a:srgbClr val="4F5D6B"/>
            </a:solidFill>
            <a:prstDash val="solid"/>
          </a:ln>
        </p:spPr>
      </p:sp>
      <p:sp>
        <p:nvSpPr>
          <p:cNvPr id="16" name="Shape 14"/>
          <p:cNvSpPr/>
          <p:nvPr/>
        </p:nvSpPr>
        <p:spPr>
          <a:xfrm>
            <a:off x="1743456" y="5065776"/>
            <a:ext cx="33386" cy="18288"/>
          </a:xfrm>
          <a:prstGeom prst="rect">
            <a:avLst/>
          </a:prstGeom>
          <a:solidFill>
            <a:srgbClr val="4F5D6B"/>
          </a:solidFill>
          <a:ln w="12700">
            <a:solidFill>
              <a:srgbClr val="4F5D6B"/>
            </a:solidFill>
            <a:prstDash val="solid"/>
          </a:ln>
        </p:spPr>
      </p:sp>
      <p:sp>
        <p:nvSpPr>
          <p:cNvPr id="17" name="Shape 15"/>
          <p:cNvSpPr/>
          <p:nvPr/>
        </p:nvSpPr>
        <p:spPr>
          <a:xfrm>
            <a:off x="1797304" y="5065776"/>
            <a:ext cx="33386" cy="18288"/>
          </a:xfrm>
          <a:prstGeom prst="rect">
            <a:avLst/>
          </a:prstGeom>
          <a:solidFill>
            <a:srgbClr val="4F5D6B"/>
          </a:solidFill>
          <a:ln w="12700">
            <a:solidFill>
              <a:srgbClr val="4F5D6B"/>
            </a:solidFill>
            <a:prstDash val="solid"/>
          </a:ln>
        </p:spPr>
      </p:sp>
      <p:sp>
        <p:nvSpPr>
          <p:cNvPr id="18" name="Shape 16"/>
          <p:cNvSpPr/>
          <p:nvPr/>
        </p:nvSpPr>
        <p:spPr>
          <a:xfrm>
            <a:off x="1851152" y="5065365"/>
            <a:ext cx="33386" cy="19111"/>
          </a:xfrm>
          <a:prstGeom prst="rect">
            <a:avLst/>
          </a:prstGeom>
          <a:solidFill>
            <a:srgbClr val="4F5D6B"/>
          </a:solidFill>
          <a:ln w="12700">
            <a:solidFill>
              <a:srgbClr val="4F5D6B"/>
            </a:solidFill>
            <a:prstDash val="solid"/>
          </a:ln>
        </p:spPr>
      </p:sp>
      <p:sp>
        <p:nvSpPr>
          <p:cNvPr id="19" name="Shape 17"/>
          <p:cNvSpPr/>
          <p:nvPr/>
        </p:nvSpPr>
        <p:spPr>
          <a:xfrm>
            <a:off x="1905000" y="5063353"/>
            <a:ext cx="33386" cy="23134"/>
          </a:xfrm>
          <a:prstGeom prst="rect">
            <a:avLst/>
          </a:prstGeom>
          <a:solidFill>
            <a:srgbClr val="4F5D6B"/>
          </a:solidFill>
          <a:ln w="12700">
            <a:solidFill>
              <a:srgbClr val="4F5D6B"/>
            </a:solidFill>
            <a:prstDash val="solid"/>
          </a:ln>
        </p:spPr>
      </p:sp>
      <p:sp>
        <p:nvSpPr>
          <p:cNvPr id="20" name="Shape 18"/>
          <p:cNvSpPr/>
          <p:nvPr/>
        </p:nvSpPr>
        <p:spPr>
          <a:xfrm>
            <a:off x="1958848" y="5061844"/>
            <a:ext cx="33386" cy="26152"/>
          </a:xfrm>
          <a:prstGeom prst="rect">
            <a:avLst/>
          </a:prstGeom>
          <a:solidFill>
            <a:srgbClr val="4F5D6B"/>
          </a:solidFill>
          <a:ln w="12700">
            <a:solidFill>
              <a:srgbClr val="4F5D6B"/>
            </a:solidFill>
            <a:prstDash val="solid"/>
          </a:ln>
        </p:spPr>
      </p:sp>
      <p:sp>
        <p:nvSpPr>
          <p:cNvPr id="21" name="Shape 19"/>
          <p:cNvSpPr/>
          <p:nvPr/>
        </p:nvSpPr>
        <p:spPr>
          <a:xfrm>
            <a:off x="2012696" y="5060838"/>
            <a:ext cx="33386" cy="28164"/>
          </a:xfrm>
          <a:prstGeom prst="rect">
            <a:avLst/>
          </a:prstGeom>
          <a:solidFill>
            <a:srgbClr val="4F5D6B"/>
          </a:solidFill>
          <a:ln w="12700">
            <a:solidFill>
              <a:srgbClr val="4F5D6B"/>
            </a:solidFill>
            <a:prstDash val="solid"/>
          </a:ln>
        </p:spPr>
      </p:sp>
      <p:sp>
        <p:nvSpPr>
          <p:cNvPr id="22" name="Shape 20"/>
          <p:cNvSpPr/>
          <p:nvPr/>
        </p:nvSpPr>
        <p:spPr>
          <a:xfrm>
            <a:off x="2066544" y="5057318"/>
            <a:ext cx="33386" cy="35204"/>
          </a:xfrm>
          <a:prstGeom prst="rect">
            <a:avLst/>
          </a:prstGeom>
          <a:solidFill>
            <a:srgbClr val="4F5D6B"/>
          </a:solidFill>
          <a:ln w="12700">
            <a:solidFill>
              <a:srgbClr val="4F5D6B"/>
            </a:solidFill>
            <a:prstDash val="solid"/>
          </a:ln>
        </p:spPr>
      </p:sp>
      <p:sp>
        <p:nvSpPr>
          <p:cNvPr id="23" name="Shape 21"/>
          <p:cNvSpPr/>
          <p:nvPr/>
        </p:nvSpPr>
        <p:spPr>
          <a:xfrm>
            <a:off x="2120392" y="5062347"/>
            <a:ext cx="33386" cy="25146"/>
          </a:xfrm>
          <a:prstGeom prst="rect">
            <a:avLst/>
          </a:prstGeom>
          <a:solidFill>
            <a:srgbClr val="4F5D6B"/>
          </a:solidFill>
          <a:ln w="12700">
            <a:solidFill>
              <a:srgbClr val="4F5D6B"/>
            </a:solidFill>
            <a:prstDash val="solid"/>
          </a:ln>
        </p:spPr>
      </p:sp>
      <p:sp>
        <p:nvSpPr>
          <p:cNvPr id="24" name="Shape 22"/>
          <p:cNvSpPr/>
          <p:nvPr/>
        </p:nvSpPr>
        <p:spPr>
          <a:xfrm>
            <a:off x="2174240" y="5056312"/>
            <a:ext cx="33386" cy="37216"/>
          </a:xfrm>
          <a:prstGeom prst="rect">
            <a:avLst/>
          </a:prstGeom>
          <a:solidFill>
            <a:srgbClr val="4F5D6B"/>
          </a:solidFill>
          <a:ln w="12700">
            <a:solidFill>
              <a:srgbClr val="4F5D6B"/>
            </a:solidFill>
            <a:prstDash val="solid"/>
          </a:ln>
        </p:spPr>
      </p:sp>
      <p:sp>
        <p:nvSpPr>
          <p:cNvPr id="25" name="Shape 23"/>
          <p:cNvSpPr/>
          <p:nvPr/>
        </p:nvSpPr>
        <p:spPr>
          <a:xfrm>
            <a:off x="2228088" y="5063353"/>
            <a:ext cx="33386" cy="23134"/>
          </a:xfrm>
          <a:prstGeom prst="rect">
            <a:avLst/>
          </a:prstGeom>
          <a:solidFill>
            <a:srgbClr val="4F5D6B"/>
          </a:solidFill>
          <a:ln w="12700">
            <a:solidFill>
              <a:srgbClr val="4F5D6B"/>
            </a:solidFill>
            <a:prstDash val="solid"/>
          </a:ln>
        </p:spPr>
      </p:sp>
      <p:sp>
        <p:nvSpPr>
          <p:cNvPr id="26" name="Shape 24"/>
          <p:cNvSpPr/>
          <p:nvPr/>
        </p:nvSpPr>
        <p:spPr>
          <a:xfrm>
            <a:off x="2281936" y="5060838"/>
            <a:ext cx="33386" cy="28164"/>
          </a:xfrm>
          <a:prstGeom prst="rect">
            <a:avLst/>
          </a:prstGeom>
          <a:solidFill>
            <a:srgbClr val="4F5D6B"/>
          </a:solidFill>
          <a:ln w="12700">
            <a:solidFill>
              <a:srgbClr val="4F5D6B"/>
            </a:solidFill>
            <a:prstDash val="solid"/>
          </a:ln>
        </p:spPr>
      </p:sp>
      <p:sp>
        <p:nvSpPr>
          <p:cNvPr id="27" name="Shape 25"/>
          <p:cNvSpPr/>
          <p:nvPr/>
        </p:nvSpPr>
        <p:spPr>
          <a:xfrm>
            <a:off x="2335784" y="5065776"/>
            <a:ext cx="33386" cy="18288"/>
          </a:xfrm>
          <a:prstGeom prst="rect">
            <a:avLst/>
          </a:prstGeom>
          <a:solidFill>
            <a:srgbClr val="4F5D6B"/>
          </a:solidFill>
          <a:ln w="12700">
            <a:solidFill>
              <a:srgbClr val="4F5D6B"/>
            </a:solidFill>
            <a:prstDash val="solid"/>
          </a:ln>
        </p:spPr>
      </p:sp>
      <p:sp>
        <p:nvSpPr>
          <p:cNvPr id="28" name="Shape 26"/>
          <p:cNvSpPr/>
          <p:nvPr/>
        </p:nvSpPr>
        <p:spPr>
          <a:xfrm>
            <a:off x="2389632" y="5065776"/>
            <a:ext cx="33386" cy="18288"/>
          </a:xfrm>
          <a:prstGeom prst="rect">
            <a:avLst/>
          </a:prstGeom>
          <a:solidFill>
            <a:srgbClr val="4F5D6B"/>
          </a:solidFill>
          <a:ln w="12700">
            <a:solidFill>
              <a:srgbClr val="4F5D6B"/>
            </a:solidFill>
            <a:prstDash val="solid"/>
          </a:ln>
        </p:spPr>
      </p:sp>
      <p:sp>
        <p:nvSpPr>
          <p:cNvPr id="29" name="Shape 27"/>
          <p:cNvSpPr/>
          <p:nvPr/>
        </p:nvSpPr>
        <p:spPr>
          <a:xfrm>
            <a:off x="2443480" y="5055809"/>
            <a:ext cx="33386" cy="38222"/>
          </a:xfrm>
          <a:prstGeom prst="rect">
            <a:avLst/>
          </a:prstGeom>
          <a:solidFill>
            <a:srgbClr val="4F5D6B"/>
          </a:solidFill>
          <a:ln w="12700">
            <a:solidFill>
              <a:srgbClr val="4F5D6B"/>
            </a:solidFill>
            <a:prstDash val="solid"/>
          </a:ln>
        </p:spPr>
      </p:sp>
      <p:sp>
        <p:nvSpPr>
          <p:cNvPr id="30" name="Shape 28"/>
          <p:cNvSpPr/>
          <p:nvPr/>
        </p:nvSpPr>
        <p:spPr>
          <a:xfrm>
            <a:off x="2497328" y="5063353"/>
            <a:ext cx="33386" cy="23134"/>
          </a:xfrm>
          <a:prstGeom prst="rect">
            <a:avLst/>
          </a:prstGeom>
          <a:solidFill>
            <a:srgbClr val="4F5D6B"/>
          </a:solidFill>
          <a:ln w="12700">
            <a:solidFill>
              <a:srgbClr val="4F5D6B"/>
            </a:solidFill>
            <a:prstDash val="solid"/>
          </a:ln>
        </p:spPr>
      </p:sp>
      <p:sp>
        <p:nvSpPr>
          <p:cNvPr id="31" name="Shape 29"/>
          <p:cNvSpPr/>
          <p:nvPr/>
        </p:nvSpPr>
        <p:spPr>
          <a:xfrm>
            <a:off x="2551176" y="5063353"/>
            <a:ext cx="33386" cy="23134"/>
          </a:xfrm>
          <a:prstGeom prst="rect">
            <a:avLst/>
          </a:prstGeom>
          <a:solidFill>
            <a:srgbClr val="4F5D6B"/>
          </a:solidFill>
          <a:ln w="12700">
            <a:solidFill>
              <a:srgbClr val="4F5D6B"/>
            </a:solidFill>
            <a:prstDash val="solid"/>
          </a:ln>
        </p:spPr>
      </p:sp>
      <p:sp>
        <p:nvSpPr>
          <p:cNvPr id="32" name="Shape 30"/>
          <p:cNvSpPr/>
          <p:nvPr/>
        </p:nvSpPr>
        <p:spPr>
          <a:xfrm>
            <a:off x="2605024" y="5065776"/>
            <a:ext cx="33386" cy="18288"/>
          </a:xfrm>
          <a:prstGeom prst="rect">
            <a:avLst/>
          </a:prstGeom>
          <a:solidFill>
            <a:srgbClr val="4F5D6B"/>
          </a:solidFill>
          <a:ln w="12700">
            <a:solidFill>
              <a:srgbClr val="4F5D6B"/>
            </a:solidFill>
            <a:prstDash val="solid"/>
          </a:ln>
        </p:spPr>
      </p:sp>
      <p:sp>
        <p:nvSpPr>
          <p:cNvPr id="33" name="Shape 31"/>
          <p:cNvSpPr/>
          <p:nvPr/>
        </p:nvSpPr>
        <p:spPr>
          <a:xfrm>
            <a:off x="2658872" y="5065365"/>
            <a:ext cx="33386" cy="19111"/>
          </a:xfrm>
          <a:prstGeom prst="rect">
            <a:avLst/>
          </a:prstGeom>
          <a:solidFill>
            <a:srgbClr val="4F5D6B"/>
          </a:solidFill>
          <a:ln w="12700">
            <a:solidFill>
              <a:srgbClr val="4F5D6B"/>
            </a:solidFill>
            <a:prstDash val="solid"/>
          </a:ln>
        </p:spPr>
      </p:sp>
      <p:sp>
        <p:nvSpPr>
          <p:cNvPr id="34" name="Shape 32"/>
          <p:cNvSpPr/>
          <p:nvPr/>
        </p:nvSpPr>
        <p:spPr>
          <a:xfrm>
            <a:off x="2712720" y="5061341"/>
            <a:ext cx="33386" cy="27158"/>
          </a:xfrm>
          <a:prstGeom prst="rect">
            <a:avLst/>
          </a:prstGeom>
          <a:solidFill>
            <a:srgbClr val="4F5D6B"/>
          </a:solidFill>
          <a:ln w="12700">
            <a:solidFill>
              <a:srgbClr val="4F5D6B"/>
            </a:solidFill>
            <a:prstDash val="solid"/>
          </a:ln>
        </p:spPr>
      </p:sp>
      <p:sp>
        <p:nvSpPr>
          <p:cNvPr id="35" name="Shape 33"/>
          <p:cNvSpPr/>
          <p:nvPr/>
        </p:nvSpPr>
        <p:spPr>
          <a:xfrm>
            <a:off x="2766568" y="5061844"/>
            <a:ext cx="33386" cy="26152"/>
          </a:xfrm>
          <a:prstGeom prst="rect">
            <a:avLst/>
          </a:prstGeom>
          <a:solidFill>
            <a:srgbClr val="4F5D6B"/>
          </a:solidFill>
          <a:ln w="12700">
            <a:solidFill>
              <a:srgbClr val="4F5D6B"/>
            </a:solidFill>
            <a:prstDash val="solid"/>
          </a:ln>
        </p:spPr>
      </p:sp>
      <p:sp>
        <p:nvSpPr>
          <p:cNvPr id="36" name="Shape 34"/>
          <p:cNvSpPr/>
          <p:nvPr/>
        </p:nvSpPr>
        <p:spPr>
          <a:xfrm>
            <a:off x="2820416" y="5064862"/>
            <a:ext cx="33386" cy="20117"/>
          </a:xfrm>
          <a:prstGeom prst="rect">
            <a:avLst/>
          </a:prstGeom>
          <a:solidFill>
            <a:srgbClr val="4F5D6B"/>
          </a:solidFill>
          <a:ln w="12700">
            <a:solidFill>
              <a:srgbClr val="4F5D6B"/>
            </a:solidFill>
            <a:prstDash val="solid"/>
          </a:ln>
        </p:spPr>
      </p:sp>
      <p:sp>
        <p:nvSpPr>
          <p:cNvPr id="37" name="Shape 35"/>
          <p:cNvSpPr/>
          <p:nvPr/>
        </p:nvSpPr>
        <p:spPr>
          <a:xfrm>
            <a:off x="2874264" y="5063856"/>
            <a:ext cx="33386" cy="22128"/>
          </a:xfrm>
          <a:prstGeom prst="rect">
            <a:avLst/>
          </a:prstGeom>
          <a:solidFill>
            <a:srgbClr val="4F5D6B"/>
          </a:solidFill>
          <a:ln w="12700">
            <a:solidFill>
              <a:srgbClr val="4F5D6B"/>
            </a:solidFill>
            <a:prstDash val="solid"/>
          </a:ln>
        </p:spPr>
      </p:sp>
      <p:sp>
        <p:nvSpPr>
          <p:cNvPr id="38" name="Shape 36"/>
          <p:cNvSpPr/>
          <p:nvPr/>
        </p:nvSpPr>
        <p:spPr>
          <a:xfrm>
            <a:off x="2928112" y="4998476"/>
            <a:ext cx="33386" cy="152888"/>
          </a:xfrm>
          <a:prstGeom prst="rect">
            <a:avLst/>
          </a:prstGeom>
          <a:solidFill>
            <a:srgbClr val="4F5D6B"/>
          </a:solidFill>
          <a:ln w="12700">
            <a:solidFill>
              <a:srgbClr val="4F5D6B"/>
            </a:solidFill>
            <a:prstDash val="solid"/>
          </a:ln>
        </p:spPr>
      </p:sp>
      <p:sp>
        <p:nvSpPr>
          <p:cNvPr id="39" name="Shape 37"/>
          <p:cNvSpPr/>
          <p:nvPr/>
        </p:nvSpPr>
        <p:spPr>
          <a:xfrm>
            <a:off x="2981960" y="4767636"/>
            <a:ext cx="33386" cy="614568"/>
          </a:xfrm>
          <a:prstGeom prst="rect">
            <a:avLst/>
          </a:prstGeom>
          <a:solidFill>
            <a:srgbClr val="4F5D6B"/>
          </a:solidFill>
          <a:ln w="12700">
            <a:solidFill>
              <a:srgbClr val="4F5D6B"/>
            </a:solidFill>
            <a:prstDash val="solid"/>
          </a:ln>
        </p:spPr>
      </p:sp>
      <p:sp>
        <p:nvSpPr>
          <p:cNvPr id="40" name="Shape 38"/>
          <p:cNvSpPr/>
          <p:nvPr/>
        </p:nvSpPr>
        <p:spPr>
          <a:xfrm>
            <a:off x="3035808" y="4825472"/>
            <a:ext cx="33386" cy="498897"/>
          </a:xfrm>
          <a:prstGeom prst="rect">
            <a:avLst/>
          </a:prstGeom>
          <a:solidFill>
            <a:srgbClr val="4F5D6B"/>
          </a:solidFill>
          <a:ln w="12700">
            <a:solidFill>
              <a:srgbClr val="4F5D6B"/>
            </a:solidFill>
            <a:prstDash val="solid"/>
          </a:ln>
        </p:spPr>
      </p:sp>
      <p:sp>
        <p:nvSpPr>
          <p:cNvPr id="41" name="Shape 39"/>
          <p:cNvSpPr/>
          <p:nvPr/>
        </p:nvSpPr>
        <p:spPr>
          <a:xfrm>
            <a:off x="3089656" y="4893869"/>
            <a:ext cx="33386" cy="362102"/>
          </a:xfrm>
          <a:prstGeom prst="rect">
            <a:avLst/>
          </a:prstGeom>
          <a:solidFill>
            <a:srgbClr val="4F5D6B"/>
          </a:solidFill>
          <a:ln w="12700">
            <a:solidFill>
              <a:srgbClr val="4F5D6B"/>
            </a:solidFill>
            <a:prstDash val="solid"/>
          </a:ln>
        </p:spPr>
      </p:sp>
      <p:sp>
        <p:nvSpPr>
          <p:cNvPr id="42" name="Shape 40"/>
          <p:cNvSpPr/>
          <p:nvPr/>
        </p:nvSpPr>
        <p:spPr>
          <a:xfrm>
            <a:off x="3143504" y="4764618"/>
            <a:ext cx="33386" cy="620603"/>
          </a:xfrm>
          <a:prstGeom prst="rect">
            <a:avLst/>
          </a:prstGeom>
          <a:solidFill>
            <a:srgbClr val="4F5D6B"/>
          </a:solidFill>
          <a:ln w="12700">
            <a:solidFill>
              <a:srgbClr val="4F5D6B"/>
            </a:solidFill>
            <a:prstDash val="solid"/>
          </a:ln>
        </p:spPr>
      </p:sp>
      <p:sp>
        <p:nvSpPr>
          <p:cNvPr id="43" name="Shape 41"/>
          <p:cNvSpPr/>
          <p:nvPr/>
        </p:nvSpPr>
        <p:spPr>
          <a:xfrm>
            <a:off x="3197352" y="4975342"/>
            <a:ext cx="33386" cy="199156"/>
          </a:xfrm>
          <a:prstGeom prst="rect">
            <a:avLst/>
          </a:prstGeom>
          <a:solidFill>
            <a:srgbClr val="4F5D6B"/>
          </a:solidFill>
          <a:ln w="12700">
            <a:solidFill>
              <a:srgbClr val="4F5D6B"/>
            </a:solidFill>
            <a:prstDash val="solid"/>
          </a:ln>
        </p:spPr>
      </p:sp>
      <p:sp>
        <p:nvSpPr>
          <p:cNvPr id="44" name="Shape 42"/>
          <p:cNvSpPr/>
          <p:nvPr/>
        </p:nvSpPr>
        <p:spPr>
          <a:xfrm>
            <a:off x="3251200" y="4725391"/>
            <a:ext cx="33386" cy="699059"/>
          </a:xfrm>
          <a:prstGeom prst="rect">
            <a:avLst/>
          </a:prstGeom>
          <a:solidFill>
            <a:srgbClr val="4F5D6B"/>
          </a:solidFill>
          <a:ln w="12700">
            <a:solidFill>
              <a:srgbClr val="4F5D6B"/>
            </a:solidFill>
            <a:prstDash val="solid"/>
          </a:ln>
        </p:spPr>
      </p:sp>
      <p:sp>
        <p:nvSpPr>
          <p:cNvPr id="45" name="Shape 43"/>
          <p:cNvSpPr/>
          <p:nvPr/>
        </p:nvSpPr>
        <p:spPr>
          <a:xfrm>
            <a:off x="3305048" y="4572000"/>
            <a:ext cx="33386" cy="1005840"/>
          </a:xfrm>
          <a:prstGeom prst="rect">
            <a:avLst/>
          </a:prstGeom>
          <a:solidFill>
            <a:srgbClr val="4F5D6B"/>
          </a:solidFill>
          <a:ln w="12700">
            <a:solidFill>
              <a:srgbClr val="4F5D6B"/>
            </a:solidFill>
            <a:prstDash val="solid"/>
          </a:ln>
        </p:spPr>
      </p:sp>
      <p:sp>
        <p:nvSpPr>
          <p:cNvPr id="46" name="Shape 44"/>
          <p:cNvSpPr/>
          <p:nvPr/>
        </p:nvSpPr>
        <p:spPr>
          <a:xfrm>
            <a:off x="3358896" y="4796805"/>
            <a:ext cx="33386" cy="556230"/>
          </a:xfrm>
          <a:prstGeom prst="rect">
            <a:avLst/>
          </a:prstGeom>
          <a:solidFill>
            <a:srgbClr val="4F5D6B"/>
          </a:solidFill>
          <a:ln w="12700">
            <a:solidFill>
              <a:srgbClr val="4F5D6B"/>
            </a:solidFill>
            <a:prstDash val="solid"/>
          </a:ln>
        </p:spPr>
      </p:sp>
      <p:sp>
        <p:nvSpPr>
          <p:cNvPr id="47" name="Shape 45"/>
          <p:cNvSpPr/>
          <p:nvPr/>
        </p:nvSpPr>
        <p:spPr>
          <a:xfrm>
            <a:off x="3412744" y="5048265"/>
            <a:ext cx="33386" cy="53310"/>
          </a:xfrm>
          <a:prstGeom prst="rect">
            <a:avLst/>
          </a:prstGeom>
          <a:solidFill>
            <a:srgbClr val="4F5D6B"/>
          </a:solidFill>
          <a:ln w="12700">
            <a:solidFill>
              <a:srgbClr val="4F5D6B"/>
            </a:solidFill>
            <a:prstDash val="solid"/>
          </a:ln>
        </p:spPr>
      </p:sp>
      <p:sp>
        <p:nvSpPr>
          <p:cNvPr id="48" name="Shape 46"/>
          <p:cNvSpPr/>
          <p:nvPr/>
        </p:nvSpPr>
        <p:spPr>
          <a:xfrm>
            <a:off x="3466592" y="5052289"/>
            <a:ext cx="33386" cy="45263"/>
          </a:xfrm>
          <a:prstGeom prst="rect">
            <a:avLst/>
          </a:prstGeom>
          <a:solidFill>
            <a:srgbClr val="4F5D6B"/>
          </a:solidFill>
          <a:ln w="12700">
            <a:solidFill>
              <a:srgbClr val="4F5D6B"/>
            </a:solidFill>
            <a:prstDash val="solid"/>
          </a:ln>
        </p:spPr>
      </p:sp>
      <p:sp>
        <p:nvSpPr>
          <p:cNvPr id="49" name="Shape 47"/>
          <p:cNvSpPr/>
          <p:nvPr/>
        </p:nvSpPr>
        <p:spPr>
          <a:xfrm>
            <a:off x="3520440" y="4948184"/>
            <a:ext cx="33386" cy="253472"/>
          </a:xfrm>
          <a:prstGeom prst="rect">
            <a:avLst/>
          </a:prstGeom>
          <a:solidFill>
            <a:srgbClr val="4F5D6B"/>
          </a:solidFill>
          <a:ln w="12700">
            <a:solidFill>
              <a:srgbClr val="4F5D6B"/>
            </a:solidFill>
            <a:prstDash val="solid"/>
          </a:ln>
        </p:spPr>
      </p:sp>
      <p:sp>
        <p:nvSpPr>
          <p:cNvPr id="50" name="Shape 48"/>
          <p:cNvSpPr/>
          <p:nvPr/>
        </p:nvSpPr>
        <p:spPr>
          <a:xfrm>
            <a:off x="3574288" y="4717344"/>
            <a:ext cx="33386" cy="715152"/>
          </a:xfrm>
          <a:prstGeom prst="rect">
            <a:avLst/>
          </a:prstGeom>
          <a:solidFill>
            <a:srgbClr val="4F5D6B"/>
          </a:solidFill>
          <a:ln w="12700">
            <a:solidFill>
              <a:srgbClr val="4F5D6B"/>
            </a:solidFill>
            <a:prstDash val="solid"/>
          </a:ln>
        </p:spPr>
      </p:sp>
      <p:sp>
        <p:nvSpPr>
          <p:cNvPr id="51" name="Shape 49"/>
          <p:cNvSpPr/>
          <p:nvPr/>
        </p:nvSpPr>
        <p:spPr>
          <a:xfrm>
            <a:off x="3628136" y="4931085"/>
            <a:ext cx="33386" cy="287670"/>
          </a:xfrm>
          <a:prstGeom prst="rect">
            <a:avLst/>
          </a:prstGeom>
          <a:solidFill>
            <a:srgbClr val="4F5D6B"/>
          </a:solidFill>
          <a:ln w="12700">
            <a:solidFill>
              <a:srgbClr val="4F5D6B"/>
            </a:solidFill>
            <a:prstDash val="solid"/>
          </a:ln>
        </p:spPr>
      </p:sp>
      <p:sp>
        <p:nvSpPr>
          <p:cNvPr id="52" name="Shape 50"/>
          <p:cNvSpPr/>
          <p:nvPr/>
        </p:nvSpPr>
        <p:spPr>
          <a:xfrm>
            <a:off x="3681984" y="4901413"/>
            <a:ext cx="33386" cy="347015"/>
          </a:xfrm>
          <a:prstGeom prst="rect">
            <a:avLst/>
          </a:prstGeom>
          <a:solidFill>
            <a:srgbClr val="4F5D6B"/>
          </a:solidFill>
          <a:ln w="12700">
            <a:solidFill>
              <a:srgbClr val="4F5D6B"/>
            </a:solidFill>
            <a:prstDash val="solid"/>
          </a:ln>
        </p:spPr>
      </p:sp>
      <p:sp>
        <p:nvSpPr>
          <p:cNvPr id="53" name="Shape 51"/>
          <p:cNvSpPr/>
          <p:nvPr/>
        </p:nvSpPr>
        <p:spPr>
          <a:xfrm>
            <a:off x="3735832" y="4651964"/>
            <a:ext cx="33386" cy="845911"/>
          </a:xfrm>
          <a:prstGeom prst="rect">
            <a:avLst/>
          </a:prstGeom>
          <a:solidFill>
            <a:srgbClr val="4F5D6B"/>
          </a:solidFill>
          <a:ln w="12700">
            <a:solidFill>
              <a:srgbClr val="4F5D6B"/>
            </a:solidFill>
            <a:prstDash val="solid"/>
          </a:ln>
        </p:spPr>
      </p:sp>
      <p:sp>
        <p:nvSpPr>
          <p:cNvPr id="54" name="Shape 52"/>
          <p:cNvSpPr/>
          <p:nvPr/>
        </p:nvSpPr>
        <p:spPr>
          <a:xfrm>
            <a:off x="3789680" y="4770150"/>
            <a:ext cx="33386" cy="609539"/>
          </a:xfrm>
          <a:prstGeom prst="rect">
            <a:avLst/>
          </a:prstGeom>
          <a:solidFill>
            <a:srgbClr val="4F5D6B"/>
          </a:solidFill>
          <a:ln w="12700">
            <a:solidFill>
              <a:srgbClr val="4F5D6B"/>
            </a:solidFill>
            <a:prstDash val="solid"/>
          </a:ln>
        </p:spPr>
      </p:sp>
      <p:sp>
        <p:nvSpPr>
          <p:cNvPr id="55" name="Shape 53"/>
          <p:cNvSpPr/>
          <p:nvPr/>
        </p:nvSpPr>
        <p:spPr>
          <a:xfrm>
            <a:off x="3843528" y="5022113"/>
            <a:ext cx="33386" cy="105613"/>
          </a:xfrm>
          <a:prstGeom prst="rect">
            <a:avLst/>
          </a:prstGeom>
          <a:solidFill>
            <a:srgbClr val="4F5D6B"/>
          </a:solidFill>
          <a:ln w="12700">
            <a:solidFill>
              <a:srgbClr val="4F5D6B"/>
            </a:solidFill>
            <a:prstDash val="solid"/>
          </a:ln>
        </p:spPr>
      </p:sp>
      <p:sp>
        <p:nvSpPr>
          <p:cNvPr id="56" name="Shape 54"/>
          <p:cNvSpPr/>
          <p:nvPr/>
        </p:nvSpPr>
        <p:spPr>
          <a:xfrm>
            <a:off x="3897376" y="5015575"/>
            <a:ext cx="33386" cy="118689"/>
          </a:xfrm>
          <a:prstGeom prst="rect">
            <a:avLst/>
          </a:prstGeom>
          <a:solidFill>
            <a:srgbClr val="4F5D6B"/>
          </a:solidFill>
          <a:ln w="12700">
            <a:solidFill>
              <a:srgbClr val="4F5D6B"/>
            </a:solidFill>
            <a:prstDash val="solid"/>
          </a:ln>
        </p:spPr>
      </p:sp>
      <p:sp>
        <p:nvSpPr>
          <p:cNvPr id="57" name="Shape 55"/>
          <p:cNvSpPr/>
          <p:nvPr/>
        </p:nvSpPr>
        <p:spPr>
          <a:xfrm>
            <a:off x="3951224" y="4878781"/>
            <a:ext cx="33386" cy="392278"/>
          </a:xfrm>
          <a:prstGeom prst="rect">
            <a:avLst/>
          </a:prstGeom>
          <a:solidFill>
            <a:srgbClr val="4F5D6B"/>
          </a:solidFill>
          <a:ln w="12700">
            <a:solidFill>
              <a:srgbClr val="4F5D6B"/>
            </a:solidFill>
            <a:prstDash val="solid"/>
          </a:ln>
        </p:spPr>
      </p:sp>
      <p:sp>
        <p:nvSpPr>
          <p:cNvPr id="58" name="Shape 56"/>
          <p:cNvSpPr/>
          <p:nvPr/>
        </p:nvSpPr>
        <p:spPr>
          <a:xfrm>
            <a:off x="4005072" y="4950196"/>
            <a:ext cx="33386" cy="249448"/>
          </a:xfrm>
          <a:prstGeom prst="rect">
            <a:avLst/>
          </a:prstGeom>
          <a:solidFill>
            <a:srgbClr val="4F5D6B"/>
          </a:solidFill>
          <a:ln w="12700">
            <a:solidFill>
              <a:srgbClr val="4F5D6B"/>
            </a:solidFill>
            <a:prstDash val="solid"/>
          </a:ln>
        </p:spPr>
      </p:sp>
      <p:sp>
        <p:nvSpPr>
          <p:cNvPr id="59" name="Shape 57"/>
          <p:cNvSpPr/>
          <p:nvPr/>
        </p:nvSpPr>
        <p:spPr>
          <a:xfrm>
            <a:off x="4058920" y="4723379"/>
            <a:ext cx="33386" cy="703082"/>
          </a:xfrm>
          <a:prstGeom prst="rect">
            <a:avLst/>
          </a:prstGeom>
          <a:solidFill>
            <a:srgbClr val="4F5D6B"/>
          </a:solidFill>
          <a:ln w="12700">
            <a:solidFill>
              <a:srgbClr val="4F5D6B"/>
            </a:solidFill>
            <a:prstDash val="solid"/>
          </a:ln>
        </p:spPr>
      </p:sp>
      <p:sp>
        <p:nvSpPr>
          <p:cNvPr id="60" name="Shape 58"/>
          <p:cNvSpPr/>
          <p:nvPr/>
        </p:nvSpPr>
        <p:spPr>
          <a:xfrm>
            <a:off x="4112768" y="4755063"/>
            <a:ext cx="33386" cy="639714"/>
          </a:xfrm>
          <a:prstGeom prst="rect">
            <a:avLst/>
          </a:prstGeom>
          <a:solidFill>
            <a:srgbClr val="4F5D6B"/>
          </a:solidFill>
          <a:ln w="12700">
            <a:solidFill>
              <a:srgbClr val="4F5D6B"/>
            </a:solidFill>
            <a:prstDash val="solid"/>
          </a:ln>
        </p:spPr>
      </p:sp>
      <p:sp>
        <p:nvSpPr>
          <p:cNvPr id="61" name="Shape 59"/>
          <p:cNvSpPr/>
          <p:nvPr/>
        </p:nvSpPr>
        <p:spPr>
          <a:xfrm>
            <a:off x="4166616" y="4726899"/>
            <a:ext cx="33386" cy="696041"/>
          </a:xfrm>
          <a:prstGeom prst="rect">
            <a:avLst/>
          </a:prstGeom>
          <a:solidFill>
            <a:srgbClr val="4F5D6B"/>
          </a:solidFill>
          <a:ln w="12700">
            <a:solidFill>
              <a:srgbClr val="4F5D6B"/>
            </a:solidFill>
            <a:prstDash val="solid"/>
          </a:ln>
        </p:spPr>
      </p:sp>
      <p:sp>
        <p:nvSpPr>
          <p:cNvPr id="62" name="Shape 60"/>
          <p:cNvSpPr/>
          <p:nvPr/>
        </p:nvSpPr>
        <p:spPr>
          <a:xfrm>
            <a:off x="4220464" y="4764115"/>
            <a:ext cx="33386" cy="621609"/>
          </a:xfrm>
          <a:prstGeom prst="rect">
            <a:avLst/>
          </a:prstGeom>
          <a:solidFill>
            <a:srgbClr val="4F5D6B"/>
          </a:solidFill>
          <a:ln w="12700">
            <a:solidFill>
              <a:srgbClr val="4F5D6B"/>
            </a:solidFill>
            <a:prstDash val="solid"/>
          </a:ln>
        </p:spPr>
      </p:sp>
      <p:sp>
        <p:nvSpPr>
          <p:cNvPr id="63" name="Shape 61"/>
          <p:cNvSpPr/>
          <p:nvPr/>
        </p:nvSpPr>
        <p:spPr>
          <a:xfrm>
            <a:off x="4274312" y="4668561"/>
            <a:ext cx="33386" cy="812719"/>
          </a:xfrm>
          <a:prstGeom prst="rect">
            <a:avLst/>
          </a:prstGeom>
          <a:solidFill>
            <a:srgbClr val="4F5D6B"/>
          </a:solidFill>
          <a:ln w="12700">
            <a:solidFill>
              <a:srgbClr val="4F5D6B"/>
            </a:solidFill>
            <a:prstDash val="solid"/>
          </a:ln>
        </p:spPr>
      </p:sp>
      <p:sp>
        <p:nvSpPr>
          <p:cNvPr id="64" name="Shape 62"/>
          <p:cNvSpPr/>
          <p:nvPr/>
        </p:nvSpPr>
        <p:spPr>
          <a:xfrm>
            <a:off x="4328160" y="4804852"/>
            <a:ext cx="33386" cy="540136"/>
          </a:xfrm>
          <a:prstGeom prst="rect">
            <a:avLst/>
          </a:prstGeom>
          <a:solidFill>
            <a:srgbClr val="4F5D6B"/>
          </a:solidFill>
          <a:ln w="12700">
            <a:solidFill>
              <a:srgbClr val="4F5D6B"/>
            </a:solidFill>
            <a:prstDash val="solid"/>
          </a:ln>
        </p:spPr>
      </p:sp>
      <p:sp>
        <p:nvSpPr>
          <p:cNvPr id="65" name="Shape 63"/>
          <p:cNvSpPr/>
          <p:nvPr/>
        </p:nvSpPr>
        <p:spPr>
          <a:xfrm>
            <a:off x="4382008" y="4923541"/>
            <a:ext cx="33386" cy="302758"/>
          </a:xfrm>
          <a:prstGeom prst="rect">
            <a:avLst/>
          </a:prstGeom>
          <a:solidFill>
            <a:srgbClr val="4F5D6B"/>
          </a:solidFill>
          <a:ln w="12700">
            <a:solidFill>
              <a:srgbClr val="4F5D6B"/>
            </a:solidFill>
            <a:prstDash val="solid"/>
          </a:ln>
        </p:spPr>
      </p:sp>
      <p:sp>
        <p:nvSpPr>
          <p:cNvPr id="66" name="Shape 64"/>
          <p:cNvSpPr/>
          <p:nvPr/>
        </p:nvSpPr>
        <p:spPr>
          <a:xfrm>
            <a:off x="4435856" y="4800829"/>
            <a:ext cx="33386" cy="548183"/>
          </a:xfrm>
          <a:prstGeom prst="rect">
            <a:avLst/>
          </a:prstGeom>
          <a:solidFill>
            <a:srgbClr val="4F5D6B"/>
          </a:solidFill>
          <a:ln w="12700">
            <a:solidFill>
              <a:srgbClr val="4F5D6B"/>
            </a:solidFill>
            <a:prstDash val="solid"/>
          </a:ln>
        </p:spPr>
      </p:sp>
      <p:sp>
        <p:nvSpPr>
          <p:cNvPr id="67" name="Shape 65"/>
          <p:cNvSpPr/>
          <p:nvPr/>
        </p:nvSpPr>
        <p:spPr>
          <a:xfrm>
            <a:off x="4489704" y="4874255"/>
            <a:ext cx="33386" cy="401330"/>
          </a:xfrm>
          <a:prstGeom prst="rect">
            <a:avLst/>
          </a:prstGeom>
          <a:solidFill>
            <a:srgbClr val="4F5D6B"/>
          </a:solidFill>
          <a:ln w="12700">
            <a:solidFill>
              <a:srgbClr val="4F5D6B"/>
            </a:solidFill>
            <a:prstDash val="solid"/>
          </a:ln>
        </p:spPr>
      </p:sp>
      <p:sp>
        <p:nvSpPr>
          <p:cNvPr id="68" name="Shape 66"/>
          <p:cNvSpPr/>
          <p:nvPr/>
        </p:nvSpPr>
        <p:spPr>
          <a:xfrm>
            <a:off x="4543552" y="4788256"/>
            <a:ext cx="33386" cy="573329"/>
          </a:xfrm>
          <a:prstGeom prst="rect">
            <a:avLst/>
          </a:prstGeom>
          <a:solidFill>
            <a:srgbClr val="4F5D6B"/>
          </a:solidFill>
          <a:ln w="12700">
            <a:solidFill>
              <a:srgbClr val="4F5D6B"/>
            </a:solidFill>
            <a:prstDash val="solid"/>
          </a:ln>
        </p:spPr>
      </p:sp>
      <p:sp>
        <p:nvSpPr>
          <p:cNvPr id="69" name="Shape 67"/>
          <p:cNvSpPr/>
          <p:nvPr/>
        </p:nvSpPr>
        <p:spPr>
          <a:xfrm>
            <a:off x="4597400" y="4744502"/>
            <a:ext cx="33386" cy="660837"/>
          </a:xfrm>
          <a:prstGeom prst="rect">
            <a:avLst/>
          </a:prstGeom>
          <a:solidFill>
            <a:srgbClr val="4F5D6B"/>
          </a:solidFill>
          <a:ln w="12700">
            <a:solidFill>
              <a:srgbClr val="4F5D6B"/>
            </a:solidFill>
            <a:prstDash val="solid"/>
          </a:ln>
        </p:spPr>
      </p:sp>
      <p:sp>
        <p:nvSpPr>
          <p:cNvPr id="70" name="Shape 68"/>
          <p:cNvSpPr/>
          <p:nvPr/>
        </p:nvSpPr>
        <p:spPr>
          <a:xfrm>
            <a:off x="4651248" y="4902921"/>
            <a:ext cx="33386" cy="343997"/>
          </a:xfrm>
          <a:prstGeom prst="rect">
            <a:avLst/>
          </a:prstGeom>
          <a:solidFill>
            <a:srgbClr val="4F5D6B"/>
          </a:solidFill>
          <a:ln w="12700">
            <a:solidFill>
              <a:srgbClr val="4F5D6B"/>
            </a:solidFill>
            <a:prstDash val="solid"/>
          </a:ln>
        </p:spPr>
      </p:sp>
      <p:sp>
        <p:nvSpPr>
          <p:cNvPr id="71" name="Shape 69"/>
          <p:cNvSpPr/>
          <p:nvPr/>
        </p:nvSpPr>
        <p:spPr>
          <a:xfrm>
            <a:off x="4705096" y="5052792"/>
            <a:ext cx="33386" cy="44257"/>
          </a:xfrm>
          <a:prstGeom prst="rect">
            <a:avLst/>
          </a:prstGeom>
          <a:solidFill>
            <a:srgbClr val="4F5D6B"/>
          </a:solidFill>
          <a:ln w="12700">
            <a:solidFill>
              <a:srgbClr val="4F5D6B"/>
            </a:solidFill>
            <a:prstDash val="solid"/>
          </a:ln>
        </p:spPr>
      </p:sp>
      <p:sp>
        <p:nvSpPr>
          <p:cNvPr id="72" name="Shape 70"/>
          <p:cNvSpPr/>
          <p:nvPr/>
        </p:nvSpPr>
        <p:spPr>
          <a:xfrm>
            <a:off x="4758944" y="4975342"/>
            <a:ext cx="33386" cy="199156"/>
          </a:xfrm>
          <a:prstGeom prst="rect">
            <a:avLst/>
          </a:prstGeom>
          <a:solidFill>
            <a:srgbClr val="4F5D6B"/>
          </a:solidFill>
          <a:ln w="12700">
            <a:solidFill>
              <a:srgbClr val="4F5D6B"/>
            </a:solidFill>
            <a:prstDash val="solid"/>
          </a:ln>
        </p:spPr>
      </p:sp>
      <p:sp>
        <p:nvSpPr>
          <p:cNvPr id="73" name="Shape 71"/>
          <p:cNvSpPr/>
          <p:nvPr/>
        </p:nvSpPr>
        <p:spPr>
          <a:xfrm>
            <a:off x="4812792" y="4922535"/>
            <a:ext cx="33386" cy="304770"/>
          </a:xfrm>
          <a:prstGeom prst="rect">
            <a:avLst/>
          </a:prstGeom>
          <a:solidFill>
            <a:srgbClr val="4F5D6B"/>
          </a:solidFill>
          <a:ln w="12700">
            <a:solidFill>
              <a:srgbClr val="4F5D6B"/>
            </a:solidFill>
            <a:prstDash val="solid"/>
          </a:ln>
        </p:spPr>
      </p:sp>
      <p:sp>
        <p:nvSpPr>
          <p:cNvPr id="74" name="Shape 72"/>
          <p:cNvSpPr/>
          <p:nvPr/>
        </p:nvSpPr>
        <p:spPr>
          <a:xfrm>
            <a:off x="4866640" y="5054300"/>
            <a:ext cx="33386" cy="41239"/>
          </a:xfrm>
          <a:prstGeom prst="rect">
            <a:avLst/>
          </a:prstGeom>
          <a:solidFill>
            <a:srgbClr val="4F5D6B"/>
          </a:solidFill>
          <a:ln w="12700">
            <a:solidFill>
              <a:srgbClr val="4F5D6B"/>
            </a:solidFill>
            <a:prstDash val="solid"/>
          </a:ln>
        </p:spPr>
      </p:sp>
      <p:sp>
        <p:nvSpPr>
          <p:cNvPr id="75" name="Shape 73"/>
          <p:cNvSpPr/>
          <p:nvPr/>
        </p:nvSpPr>
        <p:spPr>
          <a:xfrm>
            <a:off x="4920488" y="5051283"/>
            <a:ext cx="33386" cy="47274"/>
          </a:xfrm>
          <a:prstGeom prst="rect">
            <a:avLst/>
          </a:prstGeom>
          <a:solidFill>
            <a:srgbClr val="4F5D6B"/>
          </a:solidFill>
          <a:ln w="12700">
            <a:solidFill>
              <a:srgbClr val="4F5D6B"/>
            </a:solidFill>
            <a:prstDash val="solid"/>
          </a:ln>
        </p:spPr>
      </p:sp>
      <p:sp>
        <p:nvSpPr>
          <p:cNvPr id="76" name="Shape 74"/>
          <p:cNvSpPr/>
          <p:nvPr/>
        </p:nvSpPr>
        <p:spPr>
          <a:xfrm>
            <a:off x="4974336" y="4817928"/>
            <a:ext cx="33386" cy="513984"/>
          </a:xfrm>
          <a:prstGeom prst="rect">
            <a:avLst/>
          </a:prstGeom>
          <a:solidFill>
            <a:srgbClr val="4F5D6B"/>
          </a:solidFill>
          <a:ln w="12700">
            <a:solidFill>
              <a:srgbClr val="4F5D6B"/>
            </a:solidFill>
            <a:prstDash val="solid"/>
          </a:ln>
        </p:spPr>
      </p:sp>
      <p:sp>
        <p:nvSpPr>
          <p:cNvPr id="77" name="Shape 75"/>
          <p:cNvSpPr/>
          <p:nvPr/>
        </p:nvSpPr>
        <p:spPr>
          <a:xfrm>
            <a:off x="5028184" y="4830501"/>
            <a:ext cx="33386" cy="488838"/>
          </a:xfrm>
          <a:prstGeom prst="rect">
            <a:avLst/>
          </a:prstGeom>
          <a:solidFill>
            <a:srgbClr val="4F5D6B"/>
          </a:solidFill>
          <a:ln w="12700">
            <a:solidFill>
              <a:srgbClr val="4F5D6B"/>
            </a:solidFill>
            <a:prstDash val="solid"/>
          </a:ln>
        </p:spPr>
      </p:sp>
      <p:sp>
        <p:nvSpPr>
          <p:cNvPr id="78" name="Shape 76"/>
          <p:cNvSpPr/>
          <p:nvPr/>
        </p:nvSpPr>
        <p:spPr>
          <a:xfrm>
            <a:off x="5082032" y="4894372"/>
            <a:ext cx="33386" cy="361097"/>
          </a:xfrm>
          <a:prstGeom prst="rect">
            <a:avLst/>
          </a:prstGeom>
          <a:solidFill>
            <a:srgbClr val="4F5D6B"/>
          </a:solidFill>
          <a:ln w="12700">
            <a:solidFill>
              <a:srgbClr val="4F5D6B"/>
            </a:solidFill>
            <a:prstDash val="solid"/>
          </a:ln>
        </p:spPr>
      </p:sp>
      <p:sp>
        <p:nvSpPr>
          <p:cNvPr id="79" name="Shape 77"/>
          <p:cNvSpPr/>
          <p:nvPr/>
        </p:nvSpPr>
        <p:spPr>
          <a:xfrm>
            <a:off x="5135880" y="4903927"/>
            <a:ext cx="33386" cy="341986"/>
          </a:xfrm>
          <a:prstGeom prst="rect">
            <a:avLst/>
          </a:prstGeom>
          <a:solidFill>
            <a:srgbClr val="4F5D6B"/>
          </a:solidFill>
          <a:ln w="12700">
            <a:solidFill>
              <a:srgbClr val="4F5D6B"/>
            </a:solidFill>
            <a:prstDash val="solid"/>
          </a:ln>
        </p:spPr>
      </p:sp>
      <p:sp>
        <p:nvSpPr>
          <p:cNvPr id="80" name="Shape 78"/>
          <p:cNvSpPr/>
          <p:nvPr/>
        </p:nvSpPr>
        <p:spPr>
          <a:xfrm>
            <a:off x="5189728" y="4896886"/>
            <a:ext cx="33386" cy="356067"/>
          </a:xfrm>
          <a:prstGeom prst="rect">
            <a:avLst/>
          </a:prstGeom>
          <a:solidFill>
            <a:srgbClr val="4F5D6B"/>
          </a:solidFill>
          <a:ln w="12700">
            <a:solidFill>
              <a:srgbClr val="4F5D6B"/>
            </a:solidFill>
            <a:prstDash val="solid"/>
          </a:ln>
        </p:spPr>
      </p:sp>
      <p:sp>
        <p:nvSpPr>
          <p:cNvPr id="81" name="Shape 79"/>
          <p:cNvSpPr/>
          <p:nvPr/>
        </p:nvSpPr>
        <p:spPr>
          <a:xfrm>
            <a:off x="5243576" y="4978359"/>
            <a:ext cx="33386" cy="193121"/>
          </a:xfrm>
          <a:prstGeom prst="rect">
            <a:avLst/>
          </a:prstGeom>
          <a:solidFill>
            <a:srgbClr val="4F5D6B"/>
          </a:solidFill>
          <a:ln w="12700">
            <a:solidFill>
              <a:srgbClr val="4F5D6B"/>
            </a:solidFill>
            <a:prstDash val="solid"/>
          </a:ln>
        </p:spPr>
      </p:sp>
      <p:sp>
        <p:nvSpPr>
          <p:cNvPr id="82" name="Shape 80"/>
          <p:cNvSpPr/>
          <p:nvPr/>
        </p:nvSpPr>
        <p:spPr>
          <a:xfrm>
            <a:off x="5297424" y="5047762"/>
            <a:ext cx="33386" cy="54315"/>
          </a:xfrm>
          <a:prstGeom prst="rect">
            <a:avLst/>
          </a:prstGeom>
          <a:solidFill>
            <a:srgbClr val="4F5D6B"/>
          </a:solidFill>
          <a:ln w="12700">
            <a:solidFill>
              <a:srgbClr val="4F5D6B"/>
            </a:solidFill>
            <a:prstDash val="solid"/>
          </a:ln>
        </p:spPr>
      </p:sp>
      <p:sp>
        <p:nvSpPr>
          <p:cNvPr id="83" name="Shape 81"/>
          <p:cNvSpPr/>
          <p:nvPr/>
        </p:nvSpPr>
        <p:spPr>
          <a:xfrm>
            <a:off x="5351272" y="5063856"/>
            <a:ext cx="33386" cy="22128"/>
          </a:xfrm>
          <a:prstGeom prst="rect">
            <a:avLst/>
          </a:prstGeom>
          <a:solidFill>
            <a:srgbClr val="4F5D6B"/>
          </a:solidFill>
          <a:ln w="12700">
            <a:solidFill>
              <a:srgbClr val="4F5D6B"/>
            </a:solidFill>
            <a:prstDash val="solid"/>
          </a:ln>
        </p:spPr>
      </p:sp>
      <p:sp>
        <p:nvSpPr>
          <p:cNvPr id="84" name="Shape 82"/>
          <p:cNvSpPr/>
          <p:nvPr/>
        </p:nvSpPr>
        <p:spPr>
          <a:xfrm>
            <a:off x="5405120" y="5065776"/>
            <a:ext cx="33386" cy="18288"/>
          </a:xfrm>
          <a:prstGeom prst="rect">
            <a:avLst/>
          </a:prstGeom>
          <a:solidFill>
            <a:srgbClr val="4F5D6B"/>
          </a:solidFill>
          <a:ln w="12700">
            <a:solidFill>
              <a:srgbClr val="4F5D6B"/>
            </a:solidFill>
            <a:prstDash val="solid"/>
          </a:ln>
        </p:spPr>
      </p:sp>
      <p:sp>
        <p:nvSpPr>
          <p:cNvPr id="85" name="Shape 83"/>
          <p:cNvSpPr/>
          <p:nvPr/>
        </p:nvSpPr>
        <p:spPr>
          <a:xfrm>
            <a:off x="5458968" y="5064359"/>
            <a:ext cx="33386" cy="21123"/>
          </a:xfrm>
          <a:prstGeom prst="rect">
            <a:avLst/>
          </a:prstGeom>
          <a:solidFill>
            <a:srgbClr val="4F5D6B"/>
          </a:solidFill>
          <a:ln w="12700">
            <a:solidFill>
              <a:srgbClr val="4F5D6B"/>
            </a:solidFill>
            <a:prstDash val="solid"/>
          </a:ln>
        </p:spPr>
      </p:sp>
      <p:sp>
        <p:nvSpPr>
          <p:cNvPr id="86" name="Shape 84"/>
          <p:cNvSpPr/>
          <p:nvPr/>
        </p:nvSpPr>
        <p:spPr>
          <a:xfrm>
            <a:off x="5512816" y="5065365"/>
            <a:ext cx="33386" cy="19111"/>
          </a:xfrm>
          <a:prstGeom prst="rect">
            <a:avLst/>
          </a:prstGeom>
          <a:solidFill>
            <a:srgbClr val="4F5D6B"/>
          </a:solidFill>
          <a:ln w="12700">
            <a:solidFill>
              <a:srgbClr val="4F5D6B"/>
            </a:solidFill>
            <a:prstDash val="solid"/>
          </a:ln>
        </p:spPr>
      </p:sp>
      <p:sp>
        <p:nvSpPr>
          <p:cNvPr id="87" name="Shape 85"/>
          <p:cNvSpPr/>
          <p:nvPr/>
        </p:nvSpPr>
        <p:spPr>
          <a:xfrm>
            <a:off x="5566664" y="5062347"/>
            <a:ext cx="33386" cy="25146"/>
          </a:xfrm>
          <a:prstGeom prst="rect">
            <a:avLst/>
          </a:prstGeom>
          <a:solidFill>
            <a:srgbClr val="4F5D6B"/>
          </a:solidFill>
          <a:ln w="12700">
            <a:solidFill>
              <a:srgbClr val="4F5D6B"/>
            </a:solidFill>
            <a:prstDash val="solid"/>
          </a:ln>
        </p:spPr>
      </p:sp>
      <p:sp>
        <p:nvSpPr>
          <p:cNvPr id="88" name="Shape 86"/>
          <p:cNvSpPr/>
          <p:nvPr/>
        </p:nvSpPr>
        <p:spPr>
          <a:xfrm>
            <a:off x="5620512" y="5057318"/>
            <a:ext cx="33386" cy="35204"/>
          </a:xfrm>
          <a:prstGeom prst="rect">
            <a:avLst/>
          </a:prstGeom>
          <a:solidFill>
            <a:srgbClr val="4F5D6B"/>
          </a:solidFill>
          <a:ln w="12700">
            <a:solidFill>
              <a:srgbClr val="4F5D6B"/>
            </a:solidFill>
            <a:prstDash val="solid"/>
          </a:ln>
        </p:spPr>
      </p:sp>
      <p:sp>
        <p:nvSpPr>
          <p:cNvPr id="89" name="Shape 87"/>
          <p:cNvSpPr/>
          <p:nvPr/>
        </p:nvSpPr>
        <p:spPr>
          <a:xfrm>
            <a:off x="5674360" y="5060838"/>
            <a:ext cx="33386" cy="28164"/>
          </a:xfrm>
          <a:prstGeom prst="rect">
            <a:avLst/>
          </a:prstGeom>
          <a:solidFill>
            <a:srgbClr val="4F5D6B"/>
          </a:solidFill>
          <a:ln w="12700">
            <a:solidFill>
              <a:srgbClr val="4F5D6B"/>
            </a:solidFill>
            <a:prstDash val="solid"/>
          </a:ln>
        </p:spPr>
      </p:sp>
      <p:sp>
        <p:nvSpPr>
          <p:cNvPr id="90" name="Shape 88"/>
          <p:cNvSpPr/>
          <p:nvPr/>
        </p:nvSpPr>
        <p:spPr>
          <a:xfrm>
            <a:off x="5728208" y="5060838"/>
            <a:ext cx="33386" cy="28164"/>
          </a:xfrm>
          <a:prstGeom prst="rect">
            <a:avLst/>
          </a:prstGeom>
          <a:solidFill>
            <a:srgbClr val="4F5D6B"/>
          </a:solidFill>
          <a:ln w="12700">
            <a:solidFill>
              <a:srgbClr val="4F5D6B"/>
            </a:solidFill>
            <a:prstDash val="solid"/>
          </a:ln>
        </p:spPr>
      </p:sp>
      <p:sp>
        <p:nvSpPr>
          <p:cNvPr id="91" name="Shape 89"/>
          <p:cNvSpPr/>
          <p:nvPr/>
        </p:nvSpPr>
        <p:spPr>
          <a:xfrm>
            <a:off x="5782056" y="5061844"/>
            <a:ext cx="33386" cy="26152"/>
          </a:xfrm>
          <a:prstGeom prst="rect">
            <a:avLst/>
          </a:prstGeom>
          <a:solidFill>
            <a:srgbClr val="4F5D6B"/>
          </a:solidFill>
          <a:ln w="12700">
            <a:solidFill>
              <a:srgbClr val="4F5D6B"/>
            </a:solidFill>
            <a:prstDash val="solid"/>
          </a:ln>
        </p:spPr>
      </p:sp>
      <p:sp>
        <p:nvSpPr>
          <p:cNvPr id="92" name="Shape 90"/>
          <p:cNvSpPr/>
          <p:nvPr/>
        </p:nvSpPr>
        <p:spPr>
          <a:xfrm>
            <a:off x="5835904" y="5053797"/>
            <a:ext cx="33386" cy="42245"/>
          </a:xfrm>
          <a:prstGeom prst="rect">
            <a:avLst/>
          </a:prstGeom>
          <a:solidFill>
            <a:srgbClr val="4F5D6B"/>
          </a:solidFill>
          <a:ln w="12700">
            <a:solidFill>
              <a:srgbClr val="4F5D6B"/>
            </a:solidFill>
            <a:prstDash val="solid"/>
          </a:ln>
        </p:spPr>
      </p:sp>
      <p:sp>
        <p:nvSpPr>
          <p:cNvPr id="93" name="Shape 91"/>
          <p:cNvSpPr/>
          <p:nvPr/>
        </p:nvSpPr>
        <p:spPr>
          <a:xfrm>
            <a:off x="5889752" y="5056312"/>
            <a:ext cx="33386" cy="37216"/>
          </a:xfrm>
          <a:prstGeom prst="rect">
            <a:avLst/>
          </a:prstGeom>
          <a:solidFill>
            <a:srgbClr val="4F5D6B"/>
          </a:solidFill>
          <a:ln w="12700">
            <a:solidFill>
              <a:srgbClr val="4F5D6B"/>
            </a:solidFill>
            <a:prstDash val="solid"/>
          </a:ln>
        </p:spPr>
      </p:sp>
      <p:sp>
        <p:nvSpPr>
          <p:cNvPr id="94" name="Shape 92"/>
          <p:cNvSpPr/>
          <p:nvPr/>
        </p:nvSpPr>
        <p:spPr>
          <a:xfrm>
            <a:off x="6245352" y="5065776"/>
            <a:ext cx="33386" cy="18288"/>
          </a:xfrm>
          <a:prstGeom prst="rect">
            <a:avLst/>
          </a:prstGeom>
          <a:solidFill>
            <a:srgbClr val="A4493D"/>
          </a:solidFill>
          <a:ln w="12700">
            <a:solidFill>
              <a:srgbClr val="A4493D"/>
            </a:solidFill>
            <a:prstDash val="solid"/>
          </a:ln>
        </p:spPr>
      </p:sp>
      <p:sp>
        <p:nvSpPr>
          <p:cNvPr id="95" name="Shape 93"/>
          <p:cNvSpPr/>
          <p:nvPr/>
        </p:nvSpPr>
        <p:spPr>
          <a:xfrm>
            <a:off x="6299200" y="5028148"/>
            <a:ext cx="33386" cy="93543"/>
          </a:xfrm>
          <a:prstGeom prst="rect">
            <a:avLst/>
          </a:prstGeom>
          <a:solidFill>
            <a:srgbClr val="A4493D"/>
          </a:solidFill>
          <a:ln w="12700">
            <a:solidFill>
              <a:srgbClr val="A4493D"/>
            </a:solidFill>
            <a:prstDash val="solid"/>
          </a:ln>
        </p:spPr>
      </p:sp>
      <p:sp>
        <p:nvSpPr>
          <p:cNvPr id="96" name="Shape 94"/>
          <p:cNvSpPr/>
          <p:nvPr/>
        </p:nvSpPr>
        <p:spPr>
          <a:xfrm>
            <a:off x="6353048" y="4903424"/>
            <a:ext cx="33386" cy="342991"/>
          </a:xfrm>
          <a:prstGeom prst="rect">
            <a:avLst/>
          </a:prstGeom>
          <a:solidFill>
            <a:srgbClr val="A4493D"/>
          </a:solidFill>
          <a:ln w="12700">
            <a:solidFill>
              <a:srgbClr val="A4493D"/>
            </a:solidFill>
            <a:prstDash val="solid"/>
          </a:ln>
        </p:spPr>
      </p:sp>
      <p:sp>
        <p:nvSpPr>
          <p:cNvPr id="97" name="Shape 95"/>
          <p:cNvSpPr/>
          <p:nvPr/>
        </p:nvSpPr>
        <p:spPr>
          <a:xfrm>
            <a:off x="6406896" y="4848606"/>
            <a:ext cx="33386" cy="452628"/>
          </a:xfrm>
          <a:prstGeom prst="rect">
            <a:avLst/>
          </a:prstGeom>
          <a:solidFill>
            <a:srgbClr val="A4493D"/>
          </a:solidFill>
          <a:ln w="12700">
            <a:solidFill>
              <a:srgbClr val="A4493D"/>
            </a:solidFill>
            <a:prstDash val="solid"/>
          </a:ln>
        </p:spPr>
      </p:sp>
      <p:sp>
        <p:nvSpPr>
          <p:cNvPr id="98" name="Shape 96"/>
          <p:cNvSpPr/>
          <p:nvPr/>
        </p:nvSpPr>
        <p:spPr>
          <a:xfrm>
            <a:off x="6460744" y="4867214"/>
            <a:ext cx="33386" cy="415412"/>
          </a:xfrm>
          <a:prstGeom prst="rect">
            <a:avLst/>
          </a:prstGeom>
          <a:solidFill>
            <a:srgbClr val="A4493D"/>
          </a:solidFill>
          <a:ln w="12700">
            <a:solidFill>
              <a:srgbClr val="A4493D"/>
            </a:solidFill>
            <a:prstDash val="solid"/>
          </a:ln>
        </p:spPr>
      </p:sp>
      <p:sp>
        <p:nvSpPr>
          <p:cNvPr id="99" name="Shape 97"/>
          <p:cNvSpPr/>
          <p:nvPr/>
        </p:nvSpPr>
        <p:spPr>
          <a:xfrm>
            <a:off x="6514592" y="4954219"/>
            <a:ext cx="33386" cy="241402"/>
          </a:xfrm>
          <a:prstGeom prst="rect">
            <a:avLst/>
          </a:prstGeom>
          <a:solidFill>
            <a:srgbClr val="A4493D"/>
          </a:solidFill>
          <a:ln w="12700">
            <a:solidFill>
              <a:srgbClr val="A4493D"/>
            </a:solidFill>
            <a:prstDash val="solid"/>
          </a:ln>
        </p:spPr>
      </p:sp>
      <p:sp>
        <p:nvSpPr>
          <p:cNvPr id="100" name="Shape 98"/>
          <p:cNvSpPr/>
          <p:nvPr/>
        </p:nvSpPr>
        <p:spPr>
          <a:xfrm>
            <a:off x="6568440" y="5008032"/>
            <a:ext cx="33386" cy="133777"/>
          </a:xfrm>
          <a:prstGeom prst="rect">
            <a:avLst/>
          </a:prstGeom>
          <a:solidFill>
            <a:srgbClr val="A4493D"/>
          </a:solidFill>
          <a:ln w="12700">
            <a:solidFill>
              <a:srgbClr val="A4493D"/>
            </a:solidFill>
            <a:prstDash val="solid"/>
          </a:ln>
        </p:spPr>
      </p:sp>
      <p:sp>
        <p:nvSpPr>
          <p:cNvPr id="101" name="Shape 99"/>
          <p:cNvSpPr/>
          <p:nvPr/>
        </p:nvSpPr>
        <p:spPr>
          <a:xfrm>
            <a:off x="6622288" y="4864699"/>
            <a:ext cx="33386" cy="420441"/>
          </a:xfrm>
          <a:prstGeom prst="rect">
            <a:avLst/>
          </a:prstGeom>
          <a:solidFill>
            <a:srgbClr val="A4493D"/>
          </a:solidFill>
          <a:ln w="12700">
            <a:solidFill>
              <a:srgbClr val="A4493D"/>
            </a:solidFill>
            <a:prstDash val="solid"/>
          </a:ln>
        </p:spPr>
      </p:sp>
      <p:sp>
        <p:nvSpPr>
          <p:cNvPr id="102" name="Shape 100"/>
          <p:cNvSpPr/>
          <p:nvPr/>
        </p:nvSpPr>
        <p:spPr>
          <a:xfrm>
            <a:off x="6676136" y="4797308"/>
            <a:ext cx="33386" cy="555224"/>
          </a:xfrm>
          <a:prstGeom prst="rect">
            <a:avLst/>
          </a:prstGeom>
          <a:solidFill>
            <a:srgbClr val="A4493D"/>
          </a:solidFill>
          <a:ln w="12700">
            <a:solidFill>
              <a:srgbClr val="A4493D"/>
            </a:solidFill>
            <a:prstDash val="solid"/>
          </a:ln>
        </p:spPr>
      </p:sp>
      <p:sp>
        <p:nvSpPr>
          <p:cNvPr id="103" name="Shape 101"/>
          <p:cNvSpPr/>
          <p:nvPr/>
        </p:nvSpPr>
        <p:spPr>
          <a:xfrm>
            <a:off x="6729984" y="4922535"/>
            <a:ext cx="33386" cy="304770"/>
          </a:xfrm>
          <a:prstGeom prst="rect">
            <a:avLst/>
          </a:prstGeom>
          <a:solidFill>
            <a:srgbClr val="A4493D"/>
          </a:solidFill>
          <a:ln w="12700">
            <a:solidFill>
              <a:srgbClr val="A4493D"/>
            </a:solidFill>
            <a:prstDash val="solid"/>
          </a:ln>
        </p:spPr>
      </p:sp>
      <p:sp>
        <p:nvSpPr>
          <p:cNvPr id="104" name="Shape 102"/>
          <p:cNvSpPr/>
          <p:nvPr/>
        </p:nvSpPr>
        <p:spPr>
          <a:xfrm>
            <a:off x="6783832" y="4995962"/>
            <a:ext cx="33386" cy="157917"/>
          </a:xfrm>
          <a:prstGeom prst="rect">
            <a:avLst/>
          </a:prstGeom>
          <a:solidFill>
            <a:srgbClr val="A4493D"/>
          </a:solidFill>
          <a:ln w="12700">
            <a:solidFill>
              <a:srgbClr val="A4493D"/>
            </a:solidFill>
            <a:prstDash val="solid"/>
          </a:ln>
        </p:spPr>
      </p:sp>
      <p:sp>
        <p:nvSpPr>
          <p:cNvPr id="105" name="Shape 103"/>
          <p:cNvSpPr/>
          <p:nvPr/>
        </p:nvSpPr>
        <p:spPr>
          <a:xfrm>
            <a:off x="6837680" y="4959248"/>
            <a:ext cx="33386" cy="231343"/>
          </a:xfrm>
          <a:prstGeom prst="rect">
            <a:avLst/>
          </a:prstGeom>
          <a:solidFill>
            <a:srgbClr val="A4493D"/>
          </a:solidFill>
          <a:ln w="12700">
            <a:solidFill>
              <a:srgbClr val="A4493D"/>
            </a:solidFill>
            <a:prstDash val="solid"/>
          </a:ln>
        </p:spPr>
      </p:sp>
      <p:sp>
        <p:nvSpPr>
          <p:cNvPr id="106" name="Shape 104"/>
          <p:cNvSpPr/>
          <p:nvPr/>
        </p:nvSpPr>
        <p:spPr>
          <a:xfrm>
            <a:off x="6891528" y="4862688"/>
            <a:ext cx="33386" cy="424464"/>
          </a:xfrm>
          <a:prstGeom prst="rect">
            <a:avLst/>
          </a:prstGeom>
          <a:solidFill>
            <a:srgbClr val="A4493D"/>
          </a:solidFill>
          <a:ln w="12700">
            <a:solidFill>
              <a:srgbClr val="A4493D"/>
            </a:solidFill>
            <a:prstDash val="solid"/>
          </a:ln>
        </p:spPr>
      </p:sp>
      <p:sp>
        <p:nvSpPr>
          <p:cNvPr id="107" name="Shape 105"/>
          <p:cNvSpPr/>
          <p:nvPr/>
        </p:nvSpPr>
        <p:spPr>
          <a:xfrm>
            <a:off x="6945376" y="4798817"/>
            <a:ext cx="33386" cy="552206"/>
          </a:xfrm>
          <a:prstGeom prst="rect">
            <a:avLst/>
          </a:prstGeom>
          <a:solidFill>
            <a:srgbClr val="A4493D"/>
          </a:solidFill>
          <a:ln w="12700">
            <a:solidFill>
              <a:srgbClr val="A4493D"/>
            </a:solidFill>
            <a:prstDash val="solid"/>
          </a:ln>
        </p:spPr>
      </p:sp>
      <p:sp>
        <p:nvSpPr>
          <p:cNvPr id="108" name="Shape 106"/>
          <p:cNvSpPr/>
          <p:nvPr/>
        </p:nvSpPr>
        <p:spPr>
          <a:xfrm>
            <a:off x="6999224" y="4784735"/>
            <a:ext cx="33386" cy="580370"/>
          </a:xfrm>
          <a:prstGeom prst="rect">
            <a:avLst/>
          </a:prstGeom>
          <a:solidFill>
            <a:srgbClr val="A4493D"/>
          </a:solidFill>
          <a:ln w="12700">
            <a:solidFill>
              <a:srgbClr val="A4493D"/>
            </a:solidFill>
            <a:prstDash val="solid"/>
          </a:ln>
        </p:spPr>
      </p:sp>
      <p:sp>
        <p:nvSpPr>
          <p:cNvPr id="109" name="Shape 107"/>
          <p:cNvSpPr/>
          <p:nvPr/>
        </p:nvSpPr>
        <p:spPr>
          <a:xfrm>
            <a:off x="7053072" y="4730923"/>
            <a:ext cx="33386" cy="687995"/>
          </a:xfrm>
          <a:prstGeom prst="rect">
            <a:avLst/>
          </a:prstGeom>
          <a:solidFill>
            <a:srgbClr val="A4493D"/>
          </a:solidFill>
          <a:ln w="12700">
            <a:solidFill>
              <a:srgbClr val="A4493D"/>
            </a:solidFill>
            <a:prstDash val="solid"/>
          </a:ln>
        </p:spPr>
      </p:sp>
      <p:sp>
        <p:nvSpPr>
          <p:cNvPr id="110" name="Shape 108"/>
          <p:cNvSpPr/>
          <p:nvPr/>
        </p:nvSpPr>
        <p:spPr>
          <a:xfrm>
            <a:off x="7106920" y="4870734"/>
            <a:ext cx="33386" cy="408371"/>
          </a:xfrm>
          <a:prstGeom prst="rect">
            <a:avLst/>
          </a:prstGeom>
          <a:solidFill>
            <a:srgbClr val="A4493D"/>
          </a:solidFill>
          <a:ln w="12700">
            <a:solidFill>
              <a:srgbClr val="A4493D"/>
            </a:solidFill>
            <a:prstDash val="solid"/>
          </a:ln>
        </p:spPr>
      </p:sp>
      <p:sp>
        <p:nvSpPr>
          <p:cNvPr id="111" name="Shape 109"/>
          <p:cNvSpPr/>
          <p:nvPr/>
        </p:nvSpPr>
        <p:spPr>
          <a:xfrm>
            <a:off x="7160768" y="5041224"/>
            <a:ext cx="33386" cy="67391"/>
          </a:xfrm>
          <a:prstGeom prst="rect">
            <a:avLst/>
          </a:prstGeom>
          <a:solidFill>
            <a:srgbClr val="A4493D"/>
          </a:solidFill>
          <a:ln w="12700">
            <a:solidFill>
              <a:srgbClr val="A4493D"/>
            </a:solidFill>
            <a:prstDash val="solid"/>
          </a:ln>
        </p:spPr>
      </p:sp>
      <p:sp>
        <p:nvSpPr>
          <p:cNvPr id="112" name="Shape 110"/>
          <p:cNvSpPr/>
          <p:nvPr/>
        </p:nvSpPr>
        <p:spPr>
          <a:xfrm>
            <a:off x="7214616" y="5065365"/>
            <a:ext cx="33386" cy="19111"/>
          </a:xfrm>
          <a:prstGeom prst="rect">
            <a:avLst/>
          </a:prstGeom>
          <a:solidFill>
            <a:srgbClr val="A4493D"/>
          </a:solidFill>
          <a:ln w="12700">
            <a:solidFill>
              <a:srgbClr val="A4493D"/>
            </a:solidFill>
            <a:prstDash val="solid"/>
          </a:ln>
        </p:spPr>
      </p:sp>
      <p:sp>
        <p:nvSpPr>
          <p:cNvPr id="113" name="Shape 111"/>
          <p:cNvSpPr/>
          <p:nvPr/>
        </p:nvSpPr>
        <p:spPr>
          <a:xfrm>
            <a:off x="7268464" y="5035692"/>
            <a:ext cx="33386" cy="78456"/>
          </a:xfrm>
          <a:prstGeom prst="rect">
            <a:avLst/>
          </a:prstGeom>
          <a:solidFill>
            <a:srgbClr val="A4493D"/>
          </a:solidFill>
          <a:ln w="12700">
            <a:solidFill>
              <a:srgbClr val="A4493D"/>
            </a:solidFill>
            <a:prstDash val="solid"/>
          </a:ln>
        </p:spPr>
      </p:sp>
      <p:sp>
        <p:nvSpPr>
          <p:cNvPr id="114" name="Shape 112"/>
          <p:cNvSpPr/>
          <p:nvPr/>
        </p:nvSpPr>
        <p:spPr>
          <a:xfrm>
            <a:off x="7322312" y="5017084"/>
            <a:ext cx="33386" cy="115672"/>
          </a:xfrm>
          <a:prstGeom prst="rect">
            <a:avLst/>
          </a:prstGeom>
          <a:solidFill>
            <a:srgbClr val="A4493D"/>
          </a:solidFill>
          <a:ln w="12700">
            <a:solidFill>
              <a:srgbClr val="A4493D"/>
            </a:solidFill>
            <a:prstDash val="solid"/>
          </a:ln>
        </p:spPr>
      </p:sp>
      <p:sp>
        <p:nvSpPr>
          <p:cNvPr id="115" name="Shape 113"/>
          <p:cNvSpPr/>
          <p:nvPr/>
        </p:nvSpPr>
        <p:spPr>
          <a:xfrm>
            <a:off x="7376160" y="4906945"/>
            <a:ext cx="33386" cy="335951"/>
          </a:xfrm>
          <a:prstGeom prst="rect">
            <a:avLst/>
          </a:prstGeom>
          <a:solidFill>
            <a:srgbClr val="A4493D"/>
          </a:solidFill>
          <a:ln w="12700">
            <a:solidFill>
              <a:srgbClr val="A4493D"/>
            </a:solidFill>
            <a:prstDash val="solid"/>
          </a:ln>
        </p:spPr>
      </p:sp>
      <p:sp>
        <p:nvSpPr>
          <p:cNvPr id="116" name="Shape 114"/>
          <p:cNvSpPr/>
          <p:nvPr/>
        </p:nvSpPr>
        <p:spPr>
          <a:xfrm>
            <a:off x="7430008" y="4880290"/>
            <a:ext cx="33386" cy="389260"/>
          </a:xfrm>
          <a:prstGeom prst="rect">
            <a:avLst/>
          </a:prstGeom>
          <a:solidFill>
            <a:srgbClr val="A4493D"/>
          </a:solidFill>
          <a:ln w="12700">
            <a:solidFill>
              <a:srgbClr val="A4493D"/>
            </a:solidFill>
            <a:prstDash val="solid"/>
          </a:ln>
        </p:spPr>
      </p:sp>
      <p:sp>
        <p:nvSpPr>
          <p:cNvPr id="117" name="Shape 115"/>
          <p:cNvSpPr/>
          <p:nvPr/>
        </p:nvSpPr>
        <p:spPr>
          <a:xfrm>
            <a:off x="7483856" y="4828489"/>
            <a:ext cx="33386" cy="492862"/>
          </a:xfrm>
          <a:prstGeom prst="rect">
            <a:avLst/>
          </a:prstGeom>
          <a:solidFill>
            <a:srgbClr val="A4493D"/>
          </a:solidFill>
          <a:ln w="12700">
            <a:solidFill>
              <a:srgbClr val="A4493D"/>
            </a:solidFill>
            <a:prstDash val="solid"/>
          </a:ln>
        </p:spPr>
      </p:sp>
      <p:sp>
        <p:nvSpPr>
          <p:cNvPr id="118" name="Shape 116"/>
          <p:cNvSpPr/>
          <p:nvPr/>
        </p:nvSpPr>
        <p:spPr>
          <a:xfrm>
            <a:off x="7537704" y="4916500"/>
            <a:ext cx="33386" cy="316840"/>
          </a:xfrm>
          <a:prstGeom prst="rect">
            <a:avLst/>
          </a:prstGeom>
          <a:solidFill>
            <a:srgbClr val="A4493D"/>
          </a:solidFill>
          <a:ln w="12700">
            <a:solidFill>
              <a:srgbClr val="A4493D"/>
            </a:solidFill>
            <a:prstDash val="solid"/>
          </a:ln>
        </p:spPr>
      </p:sp>
      <p:sp>
        <p:nvSpPr>
          <p:cNvPr id="119" name="Shape 117"/>
          <p:cNvSpPr/>
          <p:nvPr/>
        </p:nvSpPr>
        <p:spPr>
          <a:xfrm>
            <a:off x="7591552" y="5053294"/>
            <a:ext cx="33386" cy="43251"/>
          </a:xfrm>
          <a:prstGeom prst="rect">
            <a:avLst/>
          </a:prstGeom>
          <a:solidFill>
            <a:srgbClr val="A4493D"/>
          </a:solidFill>
          <a:ln w="12700">
            <a:solidFill>
              <a:srgbClr val="A4493D"/>
            </a:solidFill>
            <a:prstDash val="solid"/>
          </a:ln>
        </p:spPr>
      </p:sp>
      <p:sp>
        <p:nvSpPr>
          <p:cNvPr id="120" name="Shape 118"/>
          <p:cNvSpPr/>
          <p:nvPr/>
        </p:nvSpPr>
        <p:spPr>
          <a:xfrm>
            <a:off x="7645400" y="5056312"/>
            <a:ext cx="33386" cy="37216"/>
          </a:xfrm>
          <a:prstGeom prst="rect">
            <a:avLst/>
          </a:prstGeom>
          <a:solidFill>
            <a:srgbClr val="A4493D"/>
          </a:solidFill>
          <a:ln w="12700">
            <a:solidFill>
              <a:srgbClr val="A4493D"/>
            </a:solidFill>
            <a:prstDash val="solid"/>
          </a:ln>
        </p:spPr>
      </p:sp>
      <p:sp>
        <p:nvSpPr>
          <p:cNvPr id="121" name="Shape 119"/>
          <p:cNvSpPr/>
          <p:nvPr/>
        </p:nvSpPr>
        <p:spPr>
          <a:xfrm>
            <a:off x="7699248" y="5042230"/>
            <a:ext cx="33386" cy="65380"/>
          </a:xfrm>
          <a:prstGeom prst="rect">
            <a:avLst/>
          </a:prstGeom>
          <a:solidFill>
            <a:srgbClr val="A4493D"/>
          </a:solidFill>
          <a:ln w="12700">
            <a:solidFill>
              <a:srgbClr val="A4493D"/>
            </a:solidFill>
            <a:prstDash val="solid"/>
          </a:ln>
        </p:spPr>
      </p:sp>
      <p:sp>
        <p:nvSpPr>
          <p:cNvPr id="122" name="Shape 120"/>
          <p:cNvSpPr/>
          <p:nvPr/>
        </p:nvSpPr>
        <p:spPr>
          <a:xfrm>
            <a:off x="7753096" y="4972324"/>
            <a:ext cx="33386" cy="205191"/>
          </a:xfrm>
          <a:prstGeom prst="rect">
            <a:avLst/>
          </a:prstGeom>
          <a:solidFill>
            <a:srgbClr val="A4493D"/>
          </a:solidFill>
          <a:ln w="12700">
            <a:solidFill>
              <a:srgbClr val="A4493D"/>
            </a:solidFill>
            <a:prstDash val="solid"/>
          </a:ln>
        </p:spPr>
      </p:sp>
      <p:sp>
        <p:nvSpPr>
          <p:cNvPr id="123" name="Shape 121"/>
          <p:cNvSpPr/>
          <p:nvPr/>
        </p:nvSpPr>
        <p:spPr>
          <a:xfrm>
            <a:off x="7806944" y="4789764"/>
            <a:ext cx="33386" cy="570311"/>
          </a:xfrm>
          <a:prstGeom prst="rect">
            <a:avLst/>
          </a:prstGeom>
          <a:solidFill>
            <a:srgbClr val="A4493D"/>
          </a:solidFill>
          <a:ln w="12700">
            <a:solidFill>
              <a:srgbClr val="A4493D"/>
            </a:solidFill>
            <a:prstDash val="solid"/>
          </a:ln>
        </p:spPr>
      </p:sp>
      <p:sp>
        <p:nvSpPr>
          <p:cNvPr id="124" name="Shape 122"/>
          <p:cNvSpPr/>
          <p:nvPr/>
        </p:nvSpPr>
        <p:spPr>
          <a:xfrm>
            <a:off x="7860792" y="4803846"/>
            <a:ext cx="33386" cy="542148"/>
          </a:xfrm>
          <a:prstGeom prst="rect">
            <a:avLst/>
          </a:prstGeom>
          <a:solidFill>
            <a:srgbClr val="A4493D"/>
          </a:solidFill>
          <a:ln w="12700">
            <a:solidFill>
              <a:srgbClr val="A4493D"/>
            </a:solidFill>
            <a:prstDash val="solid"/>
          </a:ln>
        </p:spPr>
      </p:sp>
      <p:sp>
        <p:nvSpPr>
          <p:cNvPr id="125" name="Shape 123"/>
          <p:cNvSpPr/>
          <p:nvPr/>
        </p:nvSpPr>
        <p:spPr>
          <a:xfrm>
            <a:off x="7914640" y="4855144"/>
            <a:ext cx="33386" cy="439552"/>
          </a:xfrm>
          <a:prstGeom prst="rect">
            <a:avLst/>
          </a:prstGeom>
          <a:solidFill>
            <a:srgbClr val="A4493D"/>
          </a:solidFill>
          <a:ln w="12700">
            <a:solidFill>
              <a:srgbClr val="A4493D"/>
            </a:solidFill>
            <a:prstDash val="solid"/>
          </a:ln>
        </p:spPr>
      </p:sp>
      <p:sp>
        <p:nvSpPr>
          <p:cNvPr id="126" name="Shape 124"/>
          <p:cNvSpPr/>
          <p:nvPr/>
        </p:nvSpPr>
        <p:spPr>
          <a:xfrm>
            <a:off x="7968488" y="4946172"/>
            <a:ext cx="33386" cy="257495"/>
          </a:xfrm>
          <a:prstGeom prst="rect">
            <a:avLst/>
          </a:prstGeom>
          <a:solidFill>
            <a:srgbClr val="A4493D"/>
          </a:solidFill>
          <a:ln w="12700">
            <a:solidFill>
              <a:srgbClr val="A4493D"/>
            </a:solidFill>
            <a:prstDash val="solid"/>
          </a:ln>
        </p:spPr>
      </p:sp>
      <p:sp>
        <p:nvSpPr>
          <p:cNvPr id="127" name="Shape 125"/>
          <p:cNvSpPr/>
          <p:nvPr/>
        </p:nvSpPr>
        <p:spPr>
          <a:xfrm>
            <a:off x="8022336" y="5065776"/>
            <a:ext cx="33386" cy="18288"/>
          </a:xfrm>
          <a:prstGeom prst="rect">
            <a:avLst/>
          </a:prstGeom>
          <a:solidFill>
            <a:srgbClr val="A4493D"/>
          </a:solidFill>
          <a:ln w="12700">
            <a:solidFill>
              <a:srgbClr val="A4493D"/>
            </a:solidFill>
            <a:prstDash val="solid"/>
          </a:ln>
        </p:spPr>
      </p:sp>
      <p:sp>
        <p:nvSpPr>
          <p:cNvPr id="128" name="Shape 126"/>
          <p:cNvSpPr/>
          <p:nvPr/>
        </p:nvSpPr>
        <p:spPr>
          <a:xfrm>
            <a:off x="8076184" y="5054300"/>
            <a:ext cx="33386" cy="41239"/>
          </a:xfrm>
          <a:prstGeom prst="rect">
            <a:avLst/>
          </a:prstGeom>
          <a:solidFill>
            <a:srgbClr val="A4493D"/>
          </a:solidFill>
          <a:ln w="12700">
            <a:solidFill>
              <a:srgbClr val="A4493D"/>
            </a:solidFill>
            <a:prstDash val="solid"/>
          </a:ln>
        </p:spPr>
      </p:sp>
      <p:sp>
        <p:nvSpPr>
          <p:cNvPr id="129" name="Shape 127"/>
          <p:cNvSpPr/>
          <p:nvPr/>
        </p:nvSpPr>
        <p:spPr>
          <a:xfrm>
            <a:off x="8130032" y="5059329"/>
            <a:ext cx="33386" cy="31181"/>
          </a:xfrm>
          <a:prstGeom prst="rect">
            <a:avLst/>
          </a:prstGeom>
          <a:solidFill>
            <a:srgbClr val="A4493D"/>
          </a:solidFill>
          <a:ln w="12700">
            <a:solidFill>
              <a:srgbClr val="A4493D"/>
            </a:solidFill>
            <a:prstDash val="solid"/>
          </a:ln>
        </p:spPr>
      </p:sp>
      <p:sp>
        <p:nvSpPr>
          <p:cNvPr id="130" name="Shape 128"/>
          <p:cNvSpPr/>
          <p:nvPr/>
        </p:nvSpPr>
        <p:spPr>
          <a:xfrm>
            <a:off x="8183880" y="4981880"/>
            <a:ext cx="33386" cy="186080"/>
          </a:xfrm>
          <a:prstGeom prst="rect">
            <a:avLst/>
          </a:prstGeom>
          <a:solidFill>
            <a:srgbClr val="A4493D"/>
          </a:solidFill>
          <a:ln w="12700">
            <a:solidFill>
              <a:srgbClr val="A4493D"/>
            </a:solidFill>
            <a:prstDash val="solid"/>
          </a:ln>
        </p:spPr>
      </p:sp>
      <p:sp>
        <p:nvSpPr>
          <p:cNvPr id="131" name="Shape 129"/>
          <p:cNvSpPr/>
          <p:nvPr/>
        </p:nvSpPr>
        <p:spPr>
          <a:xfrm>
            <a:off x="8237728" y="4861682"/>
            <a:ext cx="33386" cy="426476"/>
          </a:xfrm>
          <a:prstGeom prst="rect">
            <a:avLst/>
          </a:prstGeom>
          <a:solidFill>
            <a:srgbClr val="A4493D"/>
          </a:solidFill>
          <a:ln w="12700">
            <a:solidFill>
              <a:srgbClr val="A4493D"/>
            </a:solidFill>
            <a:prstDash val="solid"/>
          </a:ln>
        </p:spPr>
      </p:sp>
      <p:sp>
        <p:nvSpPr>
          <p:cNvPr id="132" name="Shape 130"/>
          <p:cNvSpPr/>
          <p:nvPr/>
        </p:nvSpPr>
        <p:spPr>
          <a:xfrm>
            <a:off x="8291576" y="4864197"/>
            <a:ext cx="33386" cy="421447"/>
          </a:xfrm>
          <a:prstGeom prst="rect">
            <a:avLst/>
          </a:prstGeom>
          <a:solidFill>
            <a:srgbClr val="A4493D"/>
          </a:solidFill>
          <a:ln w="12700">
            <a:solidFill>
              <a:srgbClr val="A4493D"/>
            </a:solidFill>
            <a:prstDash val="solid"/>
          </a:ln>
        </p:spPr>
      </p:sp>
      <p:sp>
        <p:nvSpPr>
          <p:cNvPr id="133" name="Shape 131"/>
          <p:cNvSpPr/>
          <p:nvPr/>
        </p:nvSpPr>
        <p:spPr>
          <a:xfrm>
            <a:off x="8345424" y="4969307"/>
            <a:ext cx="33386" cy="211226"/>
          </a:xfrm>
          <a:prstGeom prst="rect">
            <a:avLst/>
          </a:prstGeom>
          <a:solidFill>
            <a:srgbClr val="A4493D"/>
          </a:solidFill>
          <a:ln w="12700">
            <a:solidFill>
              <a:srgbClr val="A4493D"/>
            </a:solidFill>
            <a:prstDash val="solid"/>
          </a:ln>
        </p:spPr>
      </p:sp>
      <p:sp>
        <p:nvSpPr>
          <p:cNvPr id="134" name="Shape 132"/>
          <p:cNvSpPr/>
          <p:nvPr/>
        </p:nvSpPr>
        <p:spPr>
          <a:xfrm>
            <a:off x="8399272" y="5003002"/>
            <a:ext cx="33386" cy="143835"/>
          </a:xfrm>
          <a:prstGeom prst="rect">
            <a:avLst/>
          </a:prstGeom>
          <a:solidFill>
            <a:srgbClr val="A4493D"/>
          </a:solidFill>
          <a:ln w="12700">
            <a:solidFill>
              <a:srgbClr val="A4493D"/>
            </a:solidFill>
            <a:prstDash val="solid"/>
          </a:ln>
        </p:spPr>
      </p:sp>
      <p:sp>
        <p:nvSpPr>
          <p:cNvPr id="135" name="Shape 133"/>
          <p:cNvSpPr/>
          <p:nvPr/>
        </p:nvSpPr>
        <p:spPr>
          <a:xfrm>
            <a:off x="8453120" y="4904430"/>
            <a:ext cx="33386" cy="340980"/>
          </a:xfrm>
          <a:prstGeom prst="rect">
            <a:avLst/>
          </a:prstGeom>
          <a:solidFill>
            <a:srgbClr val="A4493D"/>
          </a:solidFill>
          <a:ln w="12700">
            <a:solidFill>
              <a:srgbClr val="A4493D"/>
            </a:solidFill>
            <a:prstDash val="solid"/>
          </a:ln>
        </p:spPr>
      </p:sp>
      <p:sp>
        <p:nvSpPr>
          <p:cNvPr id="136" name="Shape 134"/>
          <p:cNvSpPr/>
          <p:nvPr/>
        </p:nvSpPr>
        <p:spPr>
          <a:xfrm>
            <a:off x="8506968" y="4848103"/>
            <a:ext cx="33386" cy="453634"/>
          </a:xfrm>
          <a:prstGeom prst="rect">
            <a:avLst/>
          </a:prstGeom>
          <a:solidFill>
            <a:srgbClr val="A4493D"/>
          </a:solidFill>
          <a:ln w="12700">
            <a:solidFill>
              <a:srgbClr val="A4493D"/>
            </a:solidFill>
            <a:prstDash val="solid"/>
          </a:ln>
        </p:spPr>
      </p:sp>
      <p:sp>
        <p:nvSpPr>
          <p:cNvPr id="137" name="Shape 135"/>
          <p:cNvSpPr/>
          <p:nvPr/>
        </p:nvSpPr>
        <p:spPr>
          <a:xfrm>
            <a:off x="8560816" y="4862185"/>
            <a:ext cx="33386" cy="425470"/>
          </a:xfrm>
          <a:prstGeom prst="rect">
            <a:avLst/>
          </a:prstGeom>
          <a:solidFill>
            <a:srgbClr val="A4493D"/>
          </a:solidFill>
          <a:ln w="12700">
            <a:solidFill>
              <a:srgbClr val="A4493D"/>
            </a:solidFill>
            <a:prstDash val="solid"/>
          </a:ln>
        </p:spPr>
      </p:sp>
      <p:sp>
        <p:nvSpPr>
          <p:cNvPr id="138" name="Shape 136"/>
          <p:cNvSpPr/>
          <p:nvPr/>
        </p:nvSpPr>
        <p:spPr>
          <a:xfrm>
            <a:off x="8614664" y="4891354"/>
            <a:ext cx="33386" cy="367132"/>
          </a:xfrm>
          <a:prstGeom prst="rect">
            <a:avLst/>
          </a:prstGeom>
          <a:solidFill>
            <a:srgbClr val="A4493D"/>
          </a:solidFill>
          <a:ln w="12700">
            <a:solidFill>
              <a:srgbClr val="A4493D"/>
            </a:solidFill>
            <a:prstDash val="solid"/>
          </a:ln>
        </p:spPr>
      </p:sp>
      <p:sp>
        <p:nvSpPr>
          <p:cNvPr id="139" name="Shape 137"/>
          <p:cNvSpPr/>
          <p:nvPr/>
        </p:nvSpPr>
        <p:spPr>
          <a:xfrm>
            <a:off x="8668512" y="4856653"/>
            <a:ext cx="33386" cy="436535"/>
          </a:xfrm>
          <a:prstGeom prst="rect">
            <a:avLst/>
          </a:prstGeom>
          <a:solidFill>
            <a:srgbClr val="A4493D"/>
          </a:solidFill>
          <a:ln w="12700">
            <a:solidFill>
              <a:srgbClr val="A4493D"/>
            </a:solidFill>
            <a:prstDash val="solid"/>
          </a:ln>
        </p:spPr>
      </p:sp>
      <p:sp>
        <p:nvSpPr>
          <p:cNvPr id="140" name="Shape 138"/>
          <p:cNvSpPr/>
          <p:nvPr/>
        </p:nvSpPr>
        <p:spPr>
          <a:xfrm>
            <a:off x="8722360" y="4841565"/>
            <a:ext cx="33386" cy="466710"/>
          </a:xfrm>
          <a:prstGeom prst="rect">
            <a:avLst/>
          </a:prstGeom>
          <a:solidFill>
            <a:srgbClr val="A4493D"/>
          </a:solidFill>
          <a:ln w="12700">
            <a:solidFill>
              <a:srgbClr val="A4493D"/>
            </a:solidFill>
            <a:prstDash val="solid"/>
          </a:ln>
        </p:spPr>
      </p:sp>
      <p:sp>
        <p:nvSpPr>
          <p:cNvPr id="141" name="Shape 139"/>
          <p:cNvSpPr/>
          <p:nvPr/>
        </p:nvSpPr>
        <p:spPr>
          <a:xfrm>
            <a:off x="8776208" y="4848606"/>
            <a:ext cx="33386" cy="452628"/>
          </a:xfrm>
          <a:prstGeom prst="rect">
            <a:avLst/>
          </a:prstGeom>
          <a:solidFill>
            <a:srgbClr val="A4493D"/>
          </a:solidFill>
          <a:ln w="12700">
            <a:solidFill>
              <a:srgbClr val="A4493D"/>
            </a:solidFill>
            <a:prstDash val="solid"/>
          </a:ln>
        </p:spPr>
      </p:sp>
      <p:sp>
        <p:nvSpPr>
          <p:cNvPr id="142" name="Shape 140"/>
          <p:cNvSpPr/>
          <p:nvPr/>
        </p:nvSpPr>
        <p:spPr>
          <a:xfrm>
            <a:off x="8830056" y="4867214"/>
            <a:ext cx="33386" cy="415412"/>
          </a:xfrm>
          <a:prstGeom prst="rect">
            <a:avLst/>
          </a:prstGeom>
          <a:solidFill>
            <a:srgbClr val="A4493D"/>
          </a:solidFill>
          <a:ln w="12700">
            <a:solidFill>
              <a:srgbClr val="A4493D"/>
            </a:solidFill>
            <a:prstDash val="solid"/>
          </a:ln>
        </p:spPr>
      </p:sp>
      <p:sp>
        <p:nvSpPr>
          <p:cNvPr id="143" name="Shape 141"/>
          <p:cNvSpPr/>
          <p:nvPr/>
        </p:nvSpPr>
        <p:spPr>
          <a:xfrm>
            <a:off x="8883904" y="4877775"/>
            <a:ext cx="33386" cy="394289"/>
          </a:xfrm>
          <a:prstGeom prst="rect">
            <a:avLst/>
          </a:prstGeom>
          <a:solidFill>
            <a:srgbClr val="A4493D"/>
          </a:solidFill>
          <a:ln w="12700">
            <a:solidFill>
              <a:srgbClr val="A4493D"/>
            </a:solidFill>
            <a:prstDash val="solid"/>
          </a:ln>
        </p:spPr>
      </p:sp>
      <p:sp>
        <p:nvSpPr>
          <p:cNvPr id="144" name="Shape 142"/>
          <p:cNvSpPr/>
          <p:nvPr/>
        </p:nvSpPr>
        <p:spPr>
          <a:xfrm>
            <a:off x="8937752" y="4885822"/>
            <a:ext cx="33386" cy="378196"/>
          </a:xfrm>
          <a:prstGeom prst="rect">
            <a:avLst/>
          </a:prstGeom>
          <a:solidFill>
            <a:srgbClr val="A4493D"/>
          </a:solidFill>
          <a:ln w="12700">
            <a:solidFill>
              <a:srgbClr val="A4493D"/>
            </a:solidFill>
            <a:prstDash val="solid"/>
          </a:ln>
        </p:spPr>
      </p:sp>
      <p:sp>
        <p:nvSpPr>
          <p:cNvPr id="145" name="Shape 143"/>
          <p:cNvSpPr/>
          <p:nvPr/>
        </p:nvSpPr>
        <p:spPr>
          <a:xfrm>
            <a:off x="8991600" y="4863191"/>
            <a:ext cx="33386" cy="423459"/>
          </a:xfrm>
          <a:prstGeom prst="rect">
            <a:avLst/>
          </a:prstGeom>
          <a:solidFill>
            <a:srgbClr val="A4493D"/>
          </a:solidFill>
          <a:ln w="12700">
            <a:solidFill>
              <a:srgbClr val="A4493D"/>
            </a:solidFill>
            <a:prstDash val="solid"/>
          </a:ln>
        </p:spPr>
      </p:sp>
      <p:sp>
        <p:nvSpPr>
          <p:cNvPr id="146" name="Shape 144"/>
          <p:cNvSpPr/>
          <p:nvPr/>
        </p:nvSpPr>
        <p:spPr>
          <a:xfrm>
            <a:off x="9045448" y="4779203"/>
            <a:ext cx="33386" cy="591434"/>
          </a:xfrm>
          <a:prstGeom prst="rect">
            <a:avLst/>
          </a:prstGeom>
          <a:solidFill>
            <a:srgbClr val="A4493D"/>
          </a:solidFill>
          <a:ln w="12700">
            <a:solidFill>
              <a:srgbClr val="A4493D"/>
            </a:solidFill>
            <a:prstDash val="solid"/>
          </a:ln>
        </p:spPr>
      </p:sp>
      <p:sp>
        <p:nvSpPr>
          <p:cNvPr id="147" name="Shape 145"/>
          <p:cNvSpPr/>
          <p:nvPr/>
        </p:nvSpPr>
        <p:spPr>
          <a:xfrm>
            <a:off x="9099296" y="4853635"/>
            <a:ext cx="33386" cy="442570"/>
          </a:xfrm>
          <a:prstGeom prst="rect">
            <a:avLst/>
          </a:prstGeom>
          <a:solidFill>
            <a:srgbClr val="A4493D"/>
          </a:solidFill>
          <a:ln w="12700">
            <a:solidFill>
              <a:srgbClr val="A4493D"/>
            </a:solidFill>
            <a:prstDash val="solid"/>
          </a:ln>
        </p:spPr>
      </p:sp>
      <p:sp>
        <p:nvSpPr>
          <p:cNvPr id="148" name="Shape 146"/>
          <p:cNvSpPr/>
          <p:nvPr/>
        </p:nvSpPr>
        <p:spPr>
          <a:xfrm>
            <a:off x="9153144" y="4977856"/>
            <a:ext cx="33386" cy="194127"/>
          </a:xfrm>
          <a:prstGeom prst="rect">
            <a:avLst/>
          </a:prstGeom>
          <a:solidFill>
            <a:srgbClr val="A4493D"/>
          </a:solidFill>
          <a:ln w="12700">
            <a:solidFill>
              <a:srgbClr val="A4493D"/>
            </a:solidFill>
            <a:prstDash val="solid"/>
          </a:ln>
        </p:spPr>
      </p:sp>
      <p:sp>
        <p:nvSpPr>
          <p:cNvPr id="149" name="Shape 147"/>
          <p:cNvSpPr/>
          <p:nvPr/>
        </p:nvSpPr>
        <p:spPr>
          <a:xfrm>
            <a:off x="9206992" y="4997470"/>
            <a:ext cx="33386" cy="154899"/>
          </a:xfrm>
          <a:prstGeom prst="rect">
            <a:avLst/>
          </a:prstGeom>
          <a:solidFill>
            <a:srgbClr val="A4493D"/>
          </a:solidFill>
          <a:ln w="12700">
            <a:solidFill>
              <a:srgbClr val="A4493D"/>
            </a:solidFill>
            <a:prstDash val="solid"/>
          </a:ln>
        </p:spPr>
      </p:sp>
      <p:sp>
        <p:nvSpPr>
          <p:cNvPr id="150" name="Shape 148"/>
          <p:cNvSpPr/>
          <p:nvPr/>
        </p:nvSpPr>
        <p:spPr>
          <a:xfrm>
            <a:off x="9260840" y="4839051"/>
            <a:ext cx="33386" cy="471739"/>
          </a:xfrm>
          <a:prstGeom prst="rect">
            <a:avLst/>
          </a:prstGeom>
          <a:solidFill>
            <a:srgbClr val="A4493D"/>
          </a:solidFill>
          <a:ln w="12700">
            <a:solidFill>
              <a:srgbClr val="A4493D"/>
            </a:solidFill>
            <a:prstDash val="solid"/>
          </a:ln>
        </p:spPr>
      </p:sp>
      <p:sp>
        <p:nvSpPr>
          <p:cNvPr id="151" name="Shape 149"/>
          <p:cNvSpPr/>
          <p:nvPr/>
        </p:nvSpPr>
        <p:spPr>
          <a:xfrm>
            <a:off x="9314688" y="4773168"/>
            <a:ext cx="33386" cy="603504"/>
          </a:xfrm>
          <a:prstGeom prst="rect">
            <a:avLst/>
          </a:prstGeom>
          <a:solidFill>
            <a:srgbClr val="A4493D"/>
          </a:solidFill>
          <a:ln w="12700">
            <a:solidFill>
              <a:srgbClr val="A4493D"/>
            </a:solidFill>
            <a:prstDash val="solid"/>
          </a:ln>
        </p:spPr>
      </p:sp>
      <p:sp>
        <p:nvSpPr>
          <p:cNvPr id="152" name="Shape 150"/>
          <p:cNvSpPr/>
          <p:nvPr/>
        </p:nvSpPr>
        <p:spPr>
          <a:xfrm>
            <a:off x="9368536" y="4875764"/>
            <a:ext cx="33386" cy="398313"/>
          </a:xfrm>
          <a:prstGeom prst="rect">
            <a:avLst/>
          </a:prstGeom>
          <a:solidFill>
            <a:srgbClr val="A4493D"/>
          </a:solidFill>
          <a:ln w="12700">
            <a:solidFill>
              <a:srgbClr val="A4493D"/>
            </a:solidFill>
            <a:prstDash val="solid"/>
          </a:ln>
        </p:spPr>
      </p:sp>
      <p:sp>
        <p:nvSpPr>
          <p:cNvPr id="153" name="Shape 151"/>
          <p:cNvSpPr/>
          <p:nvPr/>
        </p:nvSpPr>
        <p:spPr>
          <a:xfrm>
            <a:off x="9422384" y="4941646"/>
            <a:ext cx="33386" cy="266548"/>
          </a:xfrm>
          <a:prstGeom prst="rect">
            <a:avLst/>
          </a:prstGeom>
          <a:solidFill>
            <a:srgbClr val="A4493D"/>
          </a:solidFill>
          <a:ln w="12700">
            <a:solidFill>
              <a:srgbClr val="A4493D"/>
            </a:solidFill>
            <a:prstDash val="solid"/>
          </a:ln>
        </p:spPr>
      </p:sp>
      <p:sp>
        <p:nvSpPr>
          <p:cNvPr id="154" name="Shape 152"/>
          <p:cNvSpPr/>
          <p:nvPr/>
        </p:nvSpPr>
        <p:spPr>
          <a:xfrm>
            <a:off x="9476232" y="4938629"/>
            <a:ext cx="33386" cy="272583"/>
          </a:xfrm>
          <a:prstGeom prst="rect">
            <a:avLst/>
          </a:prstGeom>
          <a:solidFill>
            <a:srgbClr val="A4493D"/>
          </a:solidFill>
          <a:ln w="12700">
            <a:solidFill>
              <a:srgbClr val="A4493D"/>
            </a:solidFill>
            <a:prstDash val="solid"/>
          </a:ln>
        </p:spPr>
      </p:sp>
      <p:sp>
        <p:nvSpPr>
          <p:cNvPr id="155" name="Shape 153"/>
          <p:cNvSpPr/>
          <p:nvPr/>
        </p:nvSpPr>
        <p:spPr>
          <a:xfrm>
            <a:off x="9530080" y="4903424"/>
            <a:ext cx="33386" cy="342991"/>
          </a:xfrm>
          <a:prstGeom prst="rect">
            <a:avLst/>
          </a:prstGeom>
          <a:solidFill>
            <a:srgbClr val="A4493D"/>
          </a:solidFill>
          <a:ln w="12700">
            <a:solidFill>
              <a:srgbClr val="A4493D"/>
            </a:solidFill>
            <a:prstDash val="solid"/>
          </a:ln>
        </p:spPr>
      </p:sp>
      <p:sp>
        <p:nvSpPr>
          <p:cNvPr id="156" name="Shape 154"/>
          <p:cNvSpPr/>
          <p:nvPr/>
        </p:nvSpPr>
        <p:spPr>
          <a:xfrm>
            <a:off x="9583928" y="4726899"/>
            <a:ext cx="33386" cy="696041"/>
          </a:xfrm>
          <a:prstGeom prst="rect">
            <a:avLst/>
          </a:prstGeom>
          <a:solidFill>
            <a:srgbClr val="A4493D"/>
          </a:solidFill>
          <a:ln w="12700">
            <a:solidFill>
              <a:srgbClr val="A4493D"/>
            </a:solidFill>
            <a:prstDash val="solid"/>
          </a:ln>
        </p:spPr>
      </p:sp>
      <p:sp>
        <p:nvSpPr>
          <p:cNvPr id="157" name="Shape 155"/>
          <p:cNvSpPr/>
          <p:nvPr/>
        </p:nvSpPr>
        <p:spPr>
          <a:xfrm>
            <a:off x="9637776" y="4572503"/>
            <a:ext cx="33386" cy="1004834"/>
          </a:xfrm>
          <a:prstGeom prst="rect">
            <a:avLst/>
          </a:prstGeom>
          <a:solidFill>
            <a:srgbClr val="A4493D"/>
          </a:solidFill>
          <a:ln w="12700">
            <a:solidFill>
              <a:srgbClr val="A4493D"/>
            </a:solidFill>
            <a:prstDash val="solid"/>
          </a:ln>
        </p:spPr>
      </p:sp>
      <p:sp>
        <p:nvSpPr>
          <p:cNvPr id="158" name="Shape 156"/>
          <p:cNvSpPr/>
          <p:nvPr/>
        </p:nvSpPr>
        <p:spPr>
          <a:xfrm>
            <a:off x="9691624" y="4572000"/>
            <a:ext cx="33386" cy="1005840"/>
          </a:xfrm>
          <a:prstGeom prst="rect">
            <a:avLst/>
          </a:prstGeom>
          <a:solidFill>
            <a:srgbClr val="A4493D"/>
          </a:solidFill>
          <a:ln w="12700">
            <a:solidFill>
              <a:srgbClr val="A4493D"/>
            </a:solidFill>
            <a:prstDash val="solid"/>
          </a:ln>
        </p:spPr>
      </p:sp>
      <p:sp>
        <p:nvSpPr>
          <p:cNvPr id="159" name="Shape 157"/>
          <p:cNvSpPr/>
          <p:nvPr/>
        </p:nvSpPr>
        <p:spPr>
          <a:xfrm>
            <a:off x="9745472" y="4738467"/>
            <a:ext cx="33386" cy="672907"/>
          </a:xfrm>
          <a:prstGeom prst="rect">
            <a:avLst/>
          </a:prstGeom>
          <a:solidFill>
            <a:srgbClr val="A4493D"/>
          </a:solidFill>
          <a:ln w="12700">
            <a:solidFill>
              <a:srgbClr val="A4493D"/>
            </a:solidFill>
            <a:prstDash val="solid"/>
          </a:ln>
        </p:spPr>
      </p:sp>
      <p:sp>
        <p:nvSpPr>
          <p:cNvPr id="160" name="Shape 158"/>
          <p:cNvSpPr/>
          <p:nvPr/>
        </p:nvSpPr>
        <p:spPr>
          <a:xfrm>
            <a:off x="9799320" y="4942149"/>
            <a:ext cx="33386" cy="265542"/>
          </a:xfrm>
          <a:prstGeom prst="rect">
            <a:avLst/>
          </a:prstGeom>
          <a:solidFill>
            <a:srgbClr val="A4493D"/>
          </a:solidFill>
          <a:ln w="12700">
            <a:solidFill>
              <a:srgbClr val="A4493D"/>
            </a:solidFill>
            <a:prstDash val="solid"/>
          </a:ln>
        </p:spPr>
      </p:sp>
      <p:sp>
        <p:nvSpPr>
          <p:cNvPr id="161" name="Shape 159"/>
          <p:cNvSpPr/>
          <p:nvPr/>
        </p:nvSpPr>
        <p:spPr>
          <a:xfrm>
            <a:off x="9853168" y="5057318"/>
            <a:ext cx="33386" cy="35204"/>
          </a:xfrm>
          <a:prstGeom prst="rect">
            <a:avLst/>
          </a:prstGeom>
          <a:solidFill>
            <a:srgbClr val="A4493D"/>
          </a:solidFill>
          <a:ln w="12700">
            <a:solidFill>
              <a:srgbClr val="A4493D"/>
            </a:solidFill>
            <a:prstDash val="solid"/>
          </a:ln>
        </p:spPr>
      </p:sp>
      <p:sp>
        <p:nvSpPr>
          <p:cNvPr id="162" name="Shape 160"/>
          <p:cNvSpPr/>
          <p:nvPr/>
        </p:nvSpPr>
        <p:spPr>
          <a:xfrm>
            <a:off x="9907016" y="5054803"/>
            <a:ext cx="33386" cy="40234"/>
          </a:xfrm>
          <a:prstGeom prst="rect">
            <a:avLst/>
          </a:prstGeom>
          <a:solidFill>
            <a:srgbClr val="A4493D"/>
          </a:solidFill>
          <a:ln w="12700">
            <a:solidFill>
              <a:srgbClr val="A4493D"/>
            </a:solidFill>
            <a:prstDash val="solid"/>
          </a:ln>
        </p:spPr>
      </p:sp>
      <p:sp>
        <p:nvSpPr>
          <p:cNvPr id="163" name="Shape 161"/>
          <p:cNvSpPr/>
          <p:nvPr/>
        </p:nvSpPr>
        <p:spPr>
          <a:xfrm>
            <a:off x="9960864" y="5024125"/>
            <a:ext cx="33386" cy="101590"/>
          </a:xfrm>
          <a:prstGeom prst="rect">
            <a:avLst/>
          </a:prstGeom>
          <a:solidFill>
            <a:srgbClr val="A4493D"/>
          </a:solidFill>
          <a:ln w="12700">
            <a:solidFill>
              <a:srgbClr val="A4493D"/>
            </a:solidFill>
            <a:prstDash val="solid"/>
          </a:ln>
        </p:spPr>
      </p:sp>
      <p:sp>
        <p:nvSpPr>
          <p:cNvPr id="164" name="Shape 162"/>
          <p:cNvSpPr/>
          <p:nvPr/>
        </p:nvSpPr>
        <p:spPr>
          <a:xfrm>
            <a:off x="10014712" y="4955225"/>
            <a:ext cx="33386" cy="239390"/>
          </a:xfrm>
          <a:prstGeom prst="rect">
            <a:avLst/>
          </a:prstGeom>
          <a:solidFill>
            <a:srgbClr val="A4493D"/>
          </a:solidFill>
          <a:ln w="12700">
            <a:solidFill>
              <a:srgbClr val="A4493D"/>
            </a:solidFill>
            <a:prstDash val="solid"/>
          </a:ln>
        </p:spPr>
      </p:sp>
      <p:sp>
        <p:nvSpPr>
          <p:cNvPr id="165" name="Shape 163"/>
          <p:cNvSpPr/>
          <p:nvPr/>
        </p:nvSpPr>
        <p:spPr>
          <a:xfrm>
            <a:off x="10068560" y="4871237"/>
            <a:ext cx="33386" cy="407365"/>
          </a:xfrm>
          <a:prstGeom prst="rect">
            <a:avLst/>
          </a:prstGeom>
          <a:solidFill>
            <a:srgbClr val="A4493D"/>
          </a:solidFill>
          <a:ln w="12700">
            <a:solidFill>
              <a:srgbClr val="A4493D"/>
            </a:solidFill>
            <a:prstDash val="solid"/>
          </a:ln>
        </p:spPr>
      </p:sp>
      <p:sp>
        <p:nvSpPr>
          <p:cNvPr id="166" name="Shape 164"/>
          <p:cNvSpPr/>
          <p:nvPr/>
        </p:nvSpPr>
        <p:spPr>
          <a:xfrm>
            <a:off x="10122408" y="4899904"/>
            <a:ext cx="33386" cy="350032"/>
          </a:xfrm>
          <a:prstGeom prst="rect">
            <a:avLst/>
          </a:prstGeom>
          <a:solidFill>
            <a:srgbClr val="A4493D"/>
          </a:solidFill>
          <a:ln w="12700">
            <a:solidFill>
              <a:srgbClr val="A4493D"/>
            </a:solidFill>
            <a:prstDash val="solid"/>
          </a:ln>
        </p:spPr>
      </p:sp>
      <p:sp>
        <p:nvSpPr>
          <p:cNvPr id="167" name="Shape 165"/>
          <p:cNvSpPr/>
          <p:nvPr/>
        </p:nvSpPr>
        <p:spPr>
          <a:xfrm>
            <a:off x="10176256" y="5024125"/>
            <a:ext cx="33386" cy="101590"/>
          </a:xfrm>
          <a:prstGeom prst="rect">
            <a:avLst/>
          </a:prstGeom>
          <a:solidFill>
            <a:srgbClr val="A4493D"/>
          </a:solidFill>
          <a:ln w="12700">
            <a:solidFill>
              <a:srgbClr val="A4493D"/>
            </a:solidFill>
            <a:prstDash val="solid"/>
          </a:ln>
        </p:spPr>
      </p:sp>
      <p:sp>
        <p:nvSpPr>
          <p:cNvPr id="168" name="Shape 166"/>
          <p:cNvSpPr/>
          <p:nvPr/>
        </p:nvSpPr>
        <p:spPr>
          <a:xfrm>
            <a:off x="10230104" y="5060335"/>
            <a:ext cx="33386" cy="29169"/>
          </a:xfrm>
          <a:prstGeom prst="rect">
            <a:avLst/>
          </a:prstGeom>
          <a:solidFill>
            <a:srgbClr val="A4493D"/>
          </a:solidFill>
          <a:ln w="12700">
            <a:solidFill>
              <a:srgbClr val="A4493D"/>
            </a:solidFill>
            <a:prstDash val="solid"/>
          </a:ln>
        </p:spPr>
      </p:sp>
      <p:sp>
        <p:nvSpPr>
          <p:cNvPr id="169" name="Shape 167"/>
          <p:cNvSpPr/>
          <p:nvPr/>
        </p:nvSpPr>
        <p:spPr>
          <a:xfrm>
            <a:off x="10283952" y="5062850"/>
            <a:ext cx="33386" cy="24140"/>
          </a:xfrm>
          <a:prstGeom prst="rect">
            <a:avLst/>
          </a:prstGeom>
          <a:solidFill>
            <a:srgbClr val="A4493D"/>
          </a:solidFill>
          <a:ln w="12700">
            <a:solidFill>
              <a:srgbClr val="A4493D"/>
            </a:solidFill>
            <a:prstDash val="solid"/>
          </a:ln>
        </p:spPr>
      </p:sp>
      <p:sp>
        <p:nvSpPr>
          <p:cNvPr id="170" name="Shape 168"/>
          <p:cNvSpPr/>
          <p:nvPr/>
        </p:nvSpPr>
        <p:spPr>
          <a:xfrm>
            <a:off x="10337800" y="5062850"/>
            <a:ext cx="33386" cy="24140"/>
          </a:xfrm>
          <a:prstGeom prst="rect">
            <a:avLst/>
          </a:prstGeom>
          <a:solidFill>
            <a:srgbClr val="A4493D"/>
          </a:solidFill>
          <a:ln w="12700">
            <a:solidFill>
              <a:srgbClr val="A4493D"/>
            </a:solidFill>
            <a:prstDash val="solid"/>
          </a:ln>
        </p:spPr>
      </p:sp>
      <p:sp>
        <p:nvSpPr>
          <p:cNvPr id="171" name="Shape 169"/>
          <p:cNvSpPr/>
          <p:nvPr/>
        </p:nvSpPr>
        <p:spPr>
          <a:xfrm>
            <a:off x="10391648" y="5017587"/>
            <a:ext cx="33386" cy="114666"/>
          </a:xfrm>
          <a:prstGeom prst="rect">
            <a:avLst/>
          </a:prstGeom>
          <a:solidFill>
            <a:srgbClr val="A4493D"/>
          </a:solidFill>
          <a:ln w="12700">
            <a:solidFill>
              <a:srgbClr val="A4493D"/>
            </a:solidFill>
            <a:prstDash val="solid"/>
          </a:ln>
        </p:spPr>
      </p:sp>
      <p:sp>
        <p:nvSpPr>
          <p:cNvPr id="172" name="Shape 170"/>
          <p:cNvSpPr/>
          <p:nvPr/>
        </p:nvSpPr>
        <p:spPr>
          <a:xfrm>
            <a:off x="10445496" y="4856653"/>
            <a:ext cx="33386" cy="436535"/>
          </a:xfrm>
          <a:prstGeom prst="rect">
            <a:avLst/>
          </a:prstGeom>
          <a:solidFill>
            <a:srgbClr val="A4493D"/>
          </a:solidFill>
          <a:ln w="12700">
            <a:solidFill>
              <a:srgbClr val="A4493D"/>
            </a:solidFill>
            <a:prstDash val="solid"/>
          </a:ln>
        </p:spPr>
      </p:sp>
      <p:sp>
        <p:nvSpPr>
          <p:cNvPr id="173" name="Shape 171"/>
          <p:cNvSpPr/>
          <p:nvPr/>
        </p:nvSpPr>
        <p:spPr>
          <a:xfrm>
            <a:off x="10499344" y="4897389"/>
            <a:ext cx="33386" cy="355062"/>
          </a:xfrm>
          <a:prstGeom prst="rect">
            <a:avLst/>
          </a:prstGeom>
          <a:solidFill>
            <a:srgbClr val="A4493D"/>
          </a:solidFill>
          <a:ln w="12700">
            <a:solidFill>
              <a:srgbClr val="A4493D"/>
            </a:solidFill>
            <a:prstDash val="solid"/>
          </a:ln>
        </p:spPr>
      </p:sp>
      <p:sp>
        <p:nvSpPr>
          <p:cNvPr id="174" name="Shape 172"/>
          <p:cNvSpPr/>
          <p:nvPr/>
        </p:nvSpPr>
        <p:spPr>
          <a:xfrm>
            <a:off x="10553192" y="4929576"/>
            <a:ext cx="33386" cy="290688"/>
          </a:xfrm>
          <a:prstGeom prst="rect">
            <a:avLst/>
          </a:prstGeom>
          <a:solidFill>
            <a:srgbClr val="A4493D"/>
          </a:solidFill>
          <a:ln w="12700">
            <a:solidFill>
              <a:srgbClr val="A4493D"/>
            </a:solidFill>
            <a:prstDash val="solid"/>
          </a:ln>
        </p:spPr>
      </p:sp>
      <p:sp>
        <p:nvSpPr>
          <p:cNvPr id="175" name="Shape 173"/>
          <p:cNvSpPr/>
          <p:nvPr/>
        </p:nvSpPr>
        <p:spPr>
          <a:xfrm>
            <a:off x="10607040" y="4937120"/>
            <a:ext cx="33386" cy="275600"/>
          </a:xfrm>
          <a:prstGeom prst="rect">
            <a:avLst/>
          </a:prstGeom>
          <a:solidFill>
            <a:srgbClr val="A4493D"/>
          </a:solidFill>
          <a:ln w="12700">
            <a:solidFill>
              <a:srgbClr val="A4493D"/>
            </a:solidFill>
            <a:prstDash val="solid"/>
          </a:ln>
        </p:spPr>
      </p:sp>
      <p:sp>
        <p:nvSpPr>
          <p:cNvPr id="176" name="Shape 174"/>
          <p:cNvSpPr/>
          <p:nvPr/>
        </p:nvSpPr>
        <p:spPr>
          <a:xfrm>
            <a:off x="10660888" y="4920021"/>
            <a:ext cx="33386" cy="309799"/>
          </a:xfrm>
          <a:prstGeom prst="rect">
            <a:avLst/>
          </a:prstGeom>
          <a:solidFill>
            <a:srgbClr val="A4493D"/>
          </a:solidFill>
          <a:ln w="12700">
            <a:solidFill>
              <a:srgbClr val="A4493D"/>
            </a:solidFill>
            <a:prstDash val="solid"/>
          </a:ln>
        </p:spPr>
      </p:sp>
      <p:sp>
        <p:nvSpPr>
          <p:cNvPr id="177" name="Shape 175"/>
          <p:cNvSpPr/>
          <p:nvPr/>
        </p:nvSpPr>
        <p:spPr>
          <a:xfrm>
            <a:off x="10714736" y="4916500"/>
            <a:ext cx="33386" cy="316840"/>
          </a:xfrm>
          <a:prstGeom prst="rect">
            <a:avLst/>
          </a:prstGeom>
          <a:solidFill>
            <a:srgbClr val="A4493D"/>
          </a:solidFill>
          <a:ln w="12700">
            <a:solidFill>
              <a:srgbClr val="A4493D"/>
            </a:solidFill>
            <a:prstDash val="solid"/>
          </a:ln>
        </p:spPr>
      </p:sp>
      <p:sp>
        <p:nvSpPr>
          <p:cNvPr id="178" name="Shape 176"/>
          <p:cNvSpPr/>
          <p:nvPr/>
        </p:nvSpPr>
        <p:spPr>
          <a:xfrm>
            <a:off x="10768584" y="4935611"/>
            <a:ext cx="33386" cy="278618"/>
          </a:xfrm>
          <a:prstGeom prst="rect">
            <a:avLst/>
          </a:prstGeom>
          <a:solidFill>
            <a:srgbClr val="A4493D"/>
          </a:solidFill>
          <a:ln w="12700">
            <a:solidFill>
              <a:srgbClr val="A4493D"/>
            </a:solidFill>
            <a:prstDash val="solid"/>
          </a:ln>
        </p:spPr>
      </p:sp>
      <p:sp>
        <p:nvSpPr>
          <p:cNvPr id="179" name="Shape 177"/>
          <p:cNvSpPr/>
          <p:nvPr/>
        </p:nvSpPr>
        <p:spPr>
          <a:xfrm>
            <a:off x="10822432" y="4931588"/>
            <a:ext cx="33386" cy="286664"/>
          </a:xfrm>
          <a:prstGeom prst="rect">
            <a:avLst/>
          </a:prstGeom>
          <a:solidFill>
            <a:srgbClr val="A4493D"/>
          </a:solidFill>
          <a:ln w="12700">
            <a:solidFill>
              <a:srgbClr val="A4493D"/>
            </a:solidFill>
            <a:prstDash val="solid"/>
          </a:ln>
        </p:spPr>
      </p:sp>
      <p:sp>
        <p:nvSpPr>
          <p:cNvPr id="180" name="Shape 178"/>
          <p:cNvSpPr/>
          <p:nvPr/>
        </p:nvSpPr>
        <p:spPr>
          <a:xfrm>
            <a:off x="10876280" y="4947178"/>
            <a:ext cx="33386" cy="255483"/>
          </a:xfrm>
          <a:prstGeom prst="rect">
            <a:avLst/>
          </a:prstGeom>
          <a:solidFill>
            <a:srgbClr val="A4493D"/>
          </a:solidFill>
          <a:ln w="12700">
            <a:solidFill>
              <a:srgbClr val="A4493D"/>
            </a:solidFill>
            <a:prstDash val="solid"/>
          </a:ln>
        </p:spPr>
      </p:sp>
      <p:sp>
        <p:nvSpPr>
          <p:cNvPr id="181" name="Shape 179"/>
          <p:cNvSpPr/>
          <p:nvPr/>
        </p:nvSpPr>
        <p:spPr>
          <a:xfrm>
            <a:off x="10930128" y="4970313"/>
            <a:ext cx="33386" cy="209215"/>
          </a:xfrm>
          <a:prstGeom prst="rect">
            <a:avLst/>
          </a:prstGeom>
          <a:solidFill>
            <a:srgbClr val="A4493D"/>
          </a:solidFill>
          <a:ln w="12700">
            <a:solidFill>
              <a:srgbClr val="A4493D"/>
            </a:solidFill>
            <a:prstDash val="solid"/>
          </a:ln>
        </p:spPr>
      </p:sp>
      <p:sp>
        <p:nvSpPr>
          <p:cNvPr id="182" name="Shape 180"/>
          <p:cNvSpPr/>
          <p:nvPr/>
        </p:nvSpPr>
        <p:spPr>
          <a:xfrm>
            <a:off x="10983976" y="5004511"/>
            <a:ext cx="33386" cy="140818"/>
          </a:xfrm>
          <a:prstGeom prst="rect">
            <a:avLst/>
          </a:prstGeom>
          <a:solidFill>
            <a:srgbClr val="A4493D"/>
          </a:solidFill>
          <a:ln w="12700">
            <a:solidFill>
              <a:srgbClr val="A4493D"/>
            </a:solidFill>
            <a:prstDash val="solid"/>
          </a:ln>
        </p:spPr>
      </p:sp>
      <p:sp>
        <p:nvSpPr>
          <p:cNvPr id="183" name="Shape 181"/>
          <p:cNvSpPr/>
          <p:nvPr/>
        </p:nvSpPr>
        <p:spPr>
          <a:xfrm>
            <a:off x="11037824" y="5031669"/>
            <a:ext cx="33386" cy="86502"/>
          </a:xfrm>
          <a:prstGeom prst="rect">
            <a:avLst/>
          </a:prstGeom>
          <a:solidFill>
            <a:srgbClr val="A4493D"/>
          </a:solidFill>
          <a:ln w="12700">
            <a:solidFill>
              <a:srgbClr val="A4493D"/>
            </a:solidFill>
            <a:prstDash val="solid"/>
          </a:ln>
        </p:spPr>
      </p:sp>
    </p:spTree>
  </p:cSld>
  <p:clrMapOvr>
    <a:masterClrMapping/>
  </p:clrMapOvr>
</p:sld>
</file>

<file path=ppt/theme/theme1.xml><?xml version="1.0" encoding="utf-8"?>
<a:theme xmlns:a="http://schemas.openxmlformats.org/drawingml/2006/main" name="White Marble">
  <a:themeElements>
    <a:clrScheme name="White Marble">
      <a:dk1>
        <a:srgbClr val="2E2E2E"/>
      </a:dk1>
      <a:lt1>
        <a:srgbClr val="FFFFFF"/>
      </a:lt1>
      <a:dk2>
        <a:srgbClr val="6E6E6E"/>
      </a:dk2>
      <a:lt2>
        <a:srgbClr val="EFEEEB"/>
      </a:lt2>
      <a:accent1>
        <a:srgbClr val="4F5D6B"/>
      </a:accent1>
      <a:accent2>
        <a:srgbClr val="A4493D"/>
      </a:accent2>
      <a:accent3>
        <a:srgbClr val="B8B2A7"/>
      </a:accent3>
      <a:accent4>
        <a:srgbClr val="2E2E2E"/>
      </a:accent4>
      <a:accent5>
        <a:srgbClr val="D9D4CC"/>
      </a:accent5>
      <a:accent6>
        <a:srgbClr val="8C7B5E"/>
      </a:accent6>
      <a:hlink>
        <a:srgbClr val="4F5D6B"/>
      </a:hlink>
      <a:folHlink>
        <a:srgbClr val="6E6E6E"/>
      </a:folHlink>
    </a:clrScheme>
    <a:fontScheme name="White Mar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TrustLayer on DCP</dc:title>
  <dc:subject>PptxGenJS Presentation</dc:subject>
  <dc:creator>Distributive</dc:creator>
  <cp:lastModifiedBy>Distributive</cp:lastModifiedBy>
  <cp:revision>1</cp:revision>
  <dcterms:created xsi:type="dcterms:W3CDTF">2026-10-24T21:29:19Z</dcterms:created>
  <dcterms:modified xsi:type="dcterms:W3CDTF">2026-10-24T21:29:19Z</dcterms:modified>
</cp:coreProperties>
</file>